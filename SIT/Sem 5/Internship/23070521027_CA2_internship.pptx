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8" r:id="rId4"/>
    <p:sldId id="260" r:id="rId5"/>
    <p:sldId id="267" r:id="rId6"/>
    <p:sldId id="261" r:id="rId7"/>
    <p:sldId id="262" r:id="rId8"/>
    <p:sldId id="263" r:id="rId9"/>
    <p:sldId id="265" r:id="rId10"/>
    <p:sldId id="268" r:id="rId11"/>
    <p:sldId id="264" r:id="rId12"/>
    <p:sldId id="269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j9PTOguM8XmNxWkUaKz6Lr0pC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5479DA-101E-4F77-9F3E-3DD3A5F02DF2}" type="doc">
      <dgm:prSet loTypeId="urn:microsoft.com/office/officeart/2005/8/layout/orgChart1" loCatId="hierarchy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5573EA6F-F15C-4C25-8B71-C8F6E51DDC8D}">
      <dgm:prSet phldrT="[Text]" phldr="0"/>
      <dgm:spPr/>
      <dgm:t>
        <a:bodyPr/>
        <a:lstStyle/>
        <a:p>
          <a:r>
            <a:rPr lang="en-IN" dirty="0"/>
            <a:t>UI-Tour, Branding and Customization</a:t>
          </a:r>
        </a:p>
      </dgm:t>
    </dgm:pt>
    <dgm:pt modelId="{A81F746D-DFA9-45BD-9558-09C5992E9966}" type="parTrans" cxnId="{90B110F4-B178-455F-9462-AF1A3071A0D6}">
      <dgm:prSet/>
      <dgm:spPr/>
      <dgm:t>
        <a:bodyPr/>
        <a:lstStyle/>
        <a:p>
          <a:endParaRPr lang="en-IN"/>
        </a:p>
      </dgm:t>
    </dgm:pt>
    <dgm:pt modelId="{5472229E-C70D-420C-8C50-69429928C602}" type="sibTrans" cxnId="{90B110F4-B178-455F-9462-AF1A3071A0D6}">
      <dgm:prSet/>
      <dgm:spPr/>
      <dgm:t>
        <a:bodyPr/>
        <a:lstStyle/>
        <a:p>
          <a:endParaRPr lang="en-IN"/>
        </a:p>
      </dgm:t>
    </dgm:pt>
    <dgm:pt modelId="{7A9E7B14-2A8B-434A-A140-D037C71EA280}">
      <dgm:prSet phldrT="[Text]" phldr="0"/>
      <dgm:spPr/>
      <dgm:t>
        <a:bodyPr/>
        <a:lstStyle/>
        <a:p>
          <a:r>
            <a:rPr lang="en-IN" dirty="0"/>
            <a:t>Incident, Problem and Change Management</a:t>
          </a:r>
        </a:p>
      </dgm:t>
    </dgm:pt>
    <dgm:pt modelId="{21FC6A38-E00D-4039-AEC2-3AC61E4DA879}" type="parTrans" cxnId="{A2C8081B-B46F-4F66-8596-D4194ADAC42A}">
      <dgm:prSet/>
      <dgm:spPr/>
      <dgm:t>
        <a:bodyPr/>
        <a:lstStyle/>
        <a:p>
          <a:endParaRPr lang="en-IN"/>
        </a:p>
      </dgm:t>
    </dgm:pt>
    <dgm:pt modelId="{C57DC917-B138-4444-A06D-727864ED3A2A}" type="sibTrans" cxnId="{A2C8081B-B46F-4F66-8596-D4194ADAC42A}">
      <dgm:prSet/>
      <dgm:spPr/>
      <dgm:t>
        <a:bodyPr/>
        <a:lstStyle/>
        <a:p>
          <a:endParaRPr lang="en-IN"/>
        </a:p>
      </dgm:t>
    </dgm:pt>
    <dgm:pt modelId="{C0AE65ED-AEA6-4438-8259-1E5E3C099BC8}">
      <dgm:prSet phldrT="[Text]" phldr="0"/>
      <dgm:spPr/>
      <dgm:t>
        <a:bodyPr/>
        <a:lstStyle/>
        <a:p>
          <a:r>
            <a:rPr lang="en-IN" dirty="0"/>
            <a:t>Service Requests</a:t>
          </a:r>
        </a:p>
      </dgm:t>
    </dgm:pt>
    <dgm:pt modelId="{BA22F2CC-18D7-405E-AAF1-5384D228064D}" type="parTrans" cxnId="{1909DB38-E175-4949-9A91-540201F53471}">
      <dgm:prSet/>
      <dgm:spPr/>
      <dgm:t>
        <a:bodyPr/>
        <a:lstStyle/>
        <a:p>
          <a:endParaRPr lang="en-IN"/>
        </a:p>
      </dgm:t>
    </dgm:pt>
    <dgm:pt modelId="{D3EA3660-4C0D-47A9-914B-62A6DBF52ED6}" type="sibTrans" cxnId="{1909DB38-E175-4949-9A91-540201F53471}">
      <dgm:prSet/>
      <dgm:spPr/>
      <dgm:t>
        <a:bodyPr/>
        <a:lstStyle/>
        <a:p>
          <a:endParaRPr lang="en-IN"/>
        </a:p>
      </dgm:t>
    </dgm:pt>
    <dgm:pt modelId="{809988AF-7504-4462-B6DC-0F7196A22F05}">
      <dgm:prSet phldrT="[Text]" phldr="0"/>
      <dgm:spPr/>
      <dgm:t>
        <a:bodyPr/>
        <a:lstStyle/>
        <a:p>
          <a:r>
            <a:rPr lang="en-IN"/>
            <a:t>Reports and Dashboards</a:t>
          </a:r>
          <a:endParaRPr lang="en-IN" dirty="0"/>
        </a:p>
      </dgm:t>
    </dgm:pt>
    <dgm:pt modelId="{C8604A06-B582-462E-BADA-A8EA33A5D754}" type="parTrans" cxnId="{8D5646D3-DB31-412D-A84C-B6C0C91281FE}">
      <dgm:prSet/>
      <dgm:spPr/>
      <dgm:t>
        <a:bodyPr/>
        <a:lstStyle/>
        <a:p>
          <a:endParaRPr lang="en-IN"/>
        </a:p>
      </dgm:t>
    </dgm:pt>
    <dgm:pt modelId="{6F793253-6E54-4ED7-95FF-969A9C06C2F4}" type="sibTrans" cxnId="{8D5646D3-DB31-412D-A84C-B6C0C91281FE}">
      <dgm:prSet/>
      <dgm:spPr/>
      <dgm:t>
        <a:bodyPr/>
        <a:lstStyle/>
        <a:p>
          <a:endParaRPr lang="en-IN"/>
        </a:p>
      </dgm:t>
    </dgm:pt>
    <dgm:pt modelId="{35E67D13-9E8C-482B-A696-349221021240}">
      <dgm:prSet phldrT="[Text]" phldr="0"/>
      <dgm:spPr/>
      <dgm:t>
        <a:bodyPr/>
        <a:lstStyle/>
        <a:p>
          <a:r>
            <a:rPr lang="en-IN" dirty="0"/>
            <a:t>CI relationships and dependency view</a:t>
          </a:r>
        </a:p>
      </dgm:t>
    </dgm:pt>
    <dgm:pt modelId="{28F167A0-A6FB-4D87-AF6F-1ECB0BEDD5D0}" type="parTrans" cxnId="{E62612FE-594B-4FB7-A5BA-D909CC18BC26}">
      <dgm:prSet/>
      <dgm:spPr/>
      <dgm:t>
        <a:bodyPr/>
        <a:lstStyle/>
        <a:p>
          <a:endParaRPr lang="en-IN"/>
        </a:p>
      </dgm:t>
    </dgm:pt>
    <dgm:pt modelId="{6389AF3B-3FD5-42A6-98F5-45246313E5CD}" type="sibTrans" cxnId="{E62612FE-594B-4FB7-A5BA-D909CC18BC26}">
      <dgm:prSet/>
      <dgm:spPr/>
      <dgm:t>
        <a:bodyPr/>
        <a:lstStyle/>
        <a:p>
          <a:endParaRPr lang="en-IN"/>
        </a:p>
      </dgm:t>
    </dgm:pt>
    <dgm:pt modelId="{764BA126-5E06-4D19-AC51-B4395422D5C3}" type="pres">
      <dgm:prSet presAssocID="{555479DA-101E-4F77-9F3E-3DD3A5F02DF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0A0E130-152C-4625-B10A-305A770948C5}" type="pres">
      <dgm:prSet presAssocID="{5573EA6F-F15C-4C25-8B71-C8F6E51DDC8D}" presName="hierRoot1" presStyleCnt="0">
        <dgm:presLayoutVars>
          <dgm:hierBranch val="init"/>
        </dgm:presLayoutVars>
      </dgm:prSet>
      <dgm:spPr/>
    </dgm:pt>
    <dgm:pt modelId="{9C2BE84D-3502-447E-807B-FC9A648C5DE2}" type="pres">
      <dgm:prSet presAssocID="{5573EA6F-F15C-4C25-8B71-C8F6E51DDC8D}" presName="rootComposite1" presStyleCnt="0"/>
      <dgm:spPr/>
    </dgm:pt>
    <dgm:pt modelId="{0FAC7F94-42EA-4F9C-B7FE-4D7F75598C8E}" type="pres">
      <dgm:prSet presAssocID="{5573EA6F-F15C-4C25-8B71-C8F6E51DDC8D}" presName="rootText1" presStyleLbl="node0" presStyleIdx="0" presStyleCnt="5">
        <dgm:presLayoutVars>
          <dgm:chPref val="3"/>
        </dgm:presLayoutVars>
      </dgm:prSet>
      <dgm:spPr/>
    </dgm:pt>
    <dgm:pt modelId="{ED68B98E-C471-4997-8BEC-36D7B553918F}" type="pres">
      <dgm:prSet presAssocID="{5573EA6F-F15C-4C25-8B71-C8F6E51DDC8D}" presName="rootConnector1" presStyleLbl="node1" presStyleIdx="0" presStyleCnt="0"/>
      <dgm:spPr/>
    </dgm:pt>
    <dgm:pt modelId="{F856FD50-F1A4-461B-AC6E-B901B4263043}" type="pres">
      <dgm:prSet presAssocID="{5573EA6F-F15C-4C25-8B71-C8F6E51DDC8D}" presName="hierChild2" presStyleCnt="0"/>
      <dgm:spPr/>
    </dgm:pt>
    <dgm:pt modelId="{4B54DF50-F67D-4BD9-BAF0-14E967E7750E}" type="pres">
      <dgm:prSet presAssocID="{5573EA6F-F15C-4C25-8B71-C8F6E51DDC8D}" presName="hierChild3" presStyleCnt="0"/>
      <dgm:spPr/>
    </dgm:pt>
    <dgm:pt modelId="{13A3048F-A005-4BB8-9832-E3D381FF219B}" type="pres">
      <dgm:prSet presAssocID="{7A9E7B14-2A8B-434A-A140-D037C71EA280}" presName="hierRoot1" presStyleCnt="0">
        <dgm:presLayoutVars>
          <dgm:hierBranch val="init"/>
        </dgm:presLayoutVars>
      </dgm:prSet>
      <dgm:spPr/>
    </dgm:pt>
    <dgm:pt modelId="{BD7DBC32-A9E2-4025-BB87-095D85A9AE18}" type="pres">
      <dgm:prSet presAssocID="{7A9E7B14-2A8B-434A-A140-D037C71EA280}" presName="rootComposite1" presStyleCnt="0"/>
      <dgm:spPr/>
    </dgm:pt>
    <dgm:pt modelId="{8FA46BB0-3482-44EC-BBF3-8FFD4B593D8E}" type="pres">
      <dgm:prSet presAssocID="{7A9E7B14-2A8B-434A-A140-D037C71EA280}" presName="rootText1" presStyleLbl="node0" presStyleIdx="1" presStyleCnt="5">
        <dgm:presLayoutVars>
          <dgm:chPref val="3"/>
        </dgm:presLayoutVars>
      </dgm:prSet>
      <dgm:spPr/>
    </dgm:pt>
    <dgm:pt modelId="{BE7D7039-2081-4F4F-A92F-FFCF4AC9ED14}" type="pres">
      <dgm:prSet presAssocID="{7A9E7B14-2A8B-434A-A140-D037C71EA280}" presName="rootConnector1" presStyleLbl="node1" presStyleIdx="0" presStyleCnt="0"/>
      <dgm:spPr/>
    </dgm:pt>
    <dgm:pt modelId="{616AABF8-26CB-4064-825A-25DB75F40490}" type="pres">
      <dgm:prSet presAssocID="{7A9E7B14-2A8B-434A-A140-D037C71EA280}" presName="hierChild2" presStyleCnt="0"/>
      <dgm:spPr/>
    </dgm:pt>
    <dgm:pt modelId="{D6A26612-3AA7-4F3A-8AEF-3CCA2E41316B}" type="pres">
      <dgm:prSet presAssocID="{7A9E7B14-2A8B-434A-A140-D037C71EA280}" presName="hierChild3" presStyleCnt="0"/>
      <dgm:spPr/>
    </dgm:pt>
    <dgm:pt modelId="{2DDDE7C1-DFF4-4D98-ACA5-53D278842B0E}" type="pres">
      <dgm:prSet presAssocID="{C0AE65ED-AEA6-4438-8259-1E5E3C099BC8}" presName="hierRoot1" presStyleCnt="0">
        <dgm:presLayoutVars>
          <dgm:hierBranch val="init"/>
        </dgm:presLayoutVars>
      </dgm:prSet>
      <dgm:spPr/>
    </dgm:pt>
    <dgm:pt modelId="{86AF9A38-38CE-4490-8C3F-8F62683109C6}" type="pres">
      <dgm:prSet presAssocID="{C0AE65ED-AEA6-4438-8259-1E5E3C099BC8}" presName="rootComposite1" presStyleCnt="0"/>
      <dgm:spPr/>
    </dgm:pt>
    <dgm:pt modelId="{8D507CDD-44C8-4180-9215-1B4F2BA930B7}" type="pres">
      <dgm:prSet presAssocID="{C0AE65ED-AEA6-4438-8259-1E5E3C099BC8}" presName="rootText1" presStyleLbl="node0" presStyleIdx="2" presStyleCnt="5">
        <dgm:presLayoutVars>
          <dgm:chPref val="3"/>
        </dgm:presLayoutVars>
      </dgm:prSet>
      <dgm:spPr/>
    </dgm:pt>
    <dgm:pt modelId="{EE9E8FC0-BB27-4999-8705-4C3498C40A21}" type="pres">
      <dgm:prSet presAssocID="{C0AE65ED-AEA6-4438-8259-1E5E3C099BC8}" presName="rootConnector1" presStyleLbl="node1" presStyleIdx="0" presStyleCnt="0"/>
      <dgm:spPr/>
    </dgm:pt>
    <dgm:pt modelId="{DBC7F79A-98C4-48E8-9AD9-85618CDA0060}" type="pres">
      <dgm:prSet presAssocID="{C0AE65ED-AEA6-4438-8259-1E5E3C099BC8}" presName="hierChild2" presStyleCnt="0"/>
      <dgm:spPr/>
    </dgm:pt>
    <dgm:pt modelId="{F09B8CCD-EF07-4859-BBD6-20D658B79A85}" type="pres">
      <dgm:prSet presAssocID="{C0AE65ED-AEA6-4438-8259-1E5E3C099BC8}" presName="hierChild3" presStyleCnt="0"/>
      <dgm:spPr/>
    </dgm:pt>
    <dgm:pt modelId="{091460F0-FACC-4516-80F6-87975CBC9429}" type="pres">
      <dgm:prSet presAssocID="{809988AF-7504-4462-B6DC-0F7196A22F05}" presName="hierRoot1" presStyleCnt="0">
        <dgm:presLayoutVars>
          <dgm:hierBranch val="init"/>
        </dgm:presLayoutVars>
      </dgm:prSet>
      <dgm:spPr/>
    </dgm:pt>
    <dgm:pt modelId="{18B5192E-9E30-4BD4-9501-553A91F5EBCE}" type="pres">
      <dgm:prSet presAssocID="{809988AF-7504-4462-B6DC-0F7196A22F05}" presName="rootComposite1" presStyleCnt="0"/>
      <dgm:spPr/>
    </dgm:pt>
    <dgm:pt modelId="{56AD1FCF-BFB4-4101-85C8-CE5AA502E65C}" type="pres">
      <dgm:prSet presAssocID="{809988AF-7504-4462-B6DC-0F7196A22F05}" presName="rootText1" presStyleLbl="node0" presStyleIdx="3" presStyleCnt="5">
        <dgm:presLayoutVars>
          <dgm:chPref val="3"/>
        </dgm:presLayoutVars>
      </dgm:prSet>
      <dgm:spPr/>
    </dgm:pt>
    <dgm:pt modelId="{E7378ED7-AE0A-440E-B0F2-8B409A37CFEE}" type="pres">
      <dgm:prSet presAssocID="{809988AF-7504-4462-B6DC-0F7196A22F05}" presName="rootConnector1" presStyleLbl="node1" presStyleIdx="0" presStyleCnt="0"/>
      <dgm:spPr/>
    </dgm:pt>
    <dgm:pt modelId="{B7B57A6D-B05E-4CF5-B0EE-34E30FCC2874}" type="pres">
      <dgm:prSet presAssocID="{809988AF-7504-4462-B6DC-0F7196A22F05}" presName="hierChild2" presStyleCnt="0"/>
      <dgm:spPr/>
    </dgm:pt>
    <dgm:pt modelId="{D47194D6-D9DF-482C-ADFE-A57AA4980D3B}" type="pres">
      <dgm:prSet presAssocID="{809988AF-7504-4462-B6DC-0F7196A22F05}" presName="hierChild3" presStyleCnt="0"/>
      <dgm:spPr/>
    </dgm:pt>
    <dgm:pt modelId="{2204AACF-7671-433C-8719-137F8A91CC25}" type="pres">
      <dgm:prSet presAssocID="{35E67D13-9E8C-482B-A696-349221021240}" presName="hierRoot1" presStyleCnt="0">
        <dgm:presLayoutVars>
          <dgm:hierBranch val="init"/>
        </dgm:presLayoutVars>
      </dgm:prSet>
      <dgm:spPr/>
    </dgm:pt>
    <dgm:pt modelId="{C89CD2EB-5499-490A-8313-3258DAC7C057}" type="pres">
      <dgm:prSet presAssocID="{35E67D13-9E8C-482B-A696-349221021240}" presName="rootComposite1" presStyleCnt="0"/>
      <dgm:spPr/>
    </dgm:pt>
    <dgm:pt modelId="{C14A67F0-2BDF-42BB-8AA0-E439031A8D51}" type="pres">
      <dgm:prSet presAssocID="{35E67D13-9E8C-482B-A696-349221021240}" presName="rootText1" presStyleLbl="node0" presStyleIdx="4" presStyleCnt="5">
        <dgm:presLayoutVars>
          <dgm:chPref val="3"/>
        </dgm:presLayoutVars>
      </dgm:prSet>
      <dgm:spPr/>
    </dgm:pt>
    <dgm:pt modelId="{3C46C0BF-6CED-4484-B131-F86ECC348F18}" type="pres">
      <dgm:prSet presAssocID="{35E67D13-9E8C-482B-A696-349221021240}" presName="rootConnector1" presStyleLbl="node1" presStyleIdx="0" presStyleCnt="0"/>
      <dgm:spPr/>
    </dgm:pt>
    <dgm:pt modelId="{989764A2-0604-4170-9369-91A4FC478F75}" type="pres">
      <dgm:prSet presAssocID="{35E67D13-9E8C-482B-A696-349221021240}" presName="hierChild2" presStyleCnt="0"/>
      <dgm:spPr/>
    </dgm:pt>
    <dgm:pt modelId="{4D3F5823-8BBD-404E-B137-57AA8DE8258B}" type="pres">
      <dgm:prSet presAssocID="{35E67D13-9E8C-482B-A696-349221021240}" presName="hierChild3" presStyleCnt="0"/>
      <dgm:spPr/>
    </dgm:pt>
  </dgm:ptLst>
  <dgm:cxnLst>
    <dgm:cxn modelId="{1424D006-627F-4B4F-BB5A-0B2D29DA48CE}" type="presOf" srcId="{809988AF-7504-4462-B6DC-0F7196A22F05}" destId="{56AD1FCF-BFB4-4101-85C8-CE5AA502E65C}" srcOrd="0" destOrd="0" presId="urn:microsoft.com/office/officeart/2005/8/layout/orgChart1"/>
    <dgm:cxn modelId="{F1DF1114-34A6-4F37-9AA5-35A99DDA31A8}" type="presOf" srcId="{555479DA-101E-4F77-9F3E-3DD3A5F02DF2}" destId="{764BA126-5E06-4D19-AC51-B4395422D5C3}" srcOrd="0" destOrd="0" presId="urn:microsoft.com/office/officeart/2005/8/layout/orgChart1"/>
    <dgm:cxn modelId="{A2C8081B-B46F-4F66-8596-D4194ADAC42A}" srcId="{555479DA-101E-4F77-9F3E-3DD3A5F02DF2}" destId="{7A9E7B14-2A8B-434A-A140-D037C71EA280}" srcOrd="1" destOrd="0" parTransId="{21FC6A38-E00D-4039-AEC2-3AC61E4DA879}" sibTransId="{C57DC917-B138-4444-A06D-727864ED3A2A}"/>
    <dgm:cxn modelId="{2B8A581F-D73F-479D-BB9C-6601E8F1E832}" type="presOf" srcId="{7A9E7B14-2A8B-434A-A140-D037C71EA280}" destId="{8FA46BB0-3482-44EC-BBF3-8FFD4B593D8E}" srcOrd="0" destOrd="0" presId="urn:microsoft.com/office/officeart/2005/8/layout/orgChart1"/>
    <dgm:cxn modelId="{1909DB38-E175-4949-9A91-540201F53471}" srcId="{555479DA-101E-4F77-9F3E-3DD3A5F02DF2}" destId="{C0AE65ED-AEA6-4438-8259-1E5E3C099BC8}" srcOrd="2" destOrd="0" parTransId="{BA22F2CC-18D7-405E-AAF1-5384D228064D}" sibTransId="{D3EA3660-4C0D-47A9-914B-62A6DBF52ED6}"/>
    <dgm:cxn modelId="{12648C5C-5378-4D08-B418-7502EBF5358F}" type="presOf" srcId="{C0AE65ED-AEA6-4438-8259-1E5E3C099BC8}" destId="{8D507CDD-44C8-4180-9215-1B4F2BA930B7}" srcOrd="0" destOrd="0" presId="urn:microsoft.com/office/officeart/2005/8/layout/orgChart1"/>
    <dgm:cxn modelId="{0173888E-4EE5-4797-BE98-3998736C48B8}" type="presOf" srcId="{5573EA6F-F15C-4C25-8B71-C8F6E51DDC8D}" destId="{0FAC7F94-42EA-4F9C-B7FE-4D7F75598C8E}" srcOrd="0" destOrd="0" presId="urn:microsoft.com/office/officeart/2005/8/layout/orgChart1"/>
    <dgm:cxn modelId="{217AB5A3-BCAD-4A7D-97D5-EAA64B65494D}" type="presOf" srcId="{C0AE65ED-AEA6-4438-8259-1E5E3C099BC8}" destId="{EE9E8FC0-BB27-4999-8705-4C3498C40A21}" srcOrd="1" destOrd="0" presId="urn:microsoft.com/office/officeart/2005/8/layout/orgChart1"/>
    <dgm:cxn modelId="{98CAEDBC-5A50-422E-924C-DE9636084DF3}" type="presOf" srcId="{35E67D13-9E8C-482B-A696-349221021240}" destId="{3C46C0BF-6CED-4484-B131-F86ECC348F18}" srcOrd="1" destOrd="0" presId="urn:microsoft.com/office/officeart/2005/8/layout/orgChart1"/>
    <dgm:cxn modelId="{06EAA6BD-B510-42AB-B89D-2037D4E1AAA0}" type="presOf" srcId="{5573EA6F-F15C-4C25-8B71-C8F6E51DDC8D}" destId="{ED68B98E-C471-4997-8BEC-36D7B553918F}" srcOrd="1" destOrd="0" presId="urn:microsoft.com/office/officeart/2005/8/layout/orgChart1"/>
    <dgm:cxn modelId="{8D5646D3-DB31-412D-A84C-B6C0C91281FE}" srcId="{555479DA-101E-4F77-9F3E-3DD3A5F02DF2}" destId="{809988AF-7504-4462-B6DC-0F7196A22F05}" srcOrd="3" destOrd="0" parTransId="{C8604A06-B582-462E-BADA-A8EA33A5D754}" sibTransId="{6F793253-6E54-4ED7-95FF-969A9C06C2F4}"/>
    <dgm:cxn modelId="{75466AD9-B93B-4E8F-BD6E-A22A0556D5FD}" type="presOf" srcId="{809988AF-7504-4462-B6DC-0F7196A22F05}" destId="{E7378ED7-AE0A-440E-B0F2-8B409A37CFEE}" srcOrd="1" destOrd="0" presId="urn:microsoft.com/office/officeart/2005/8/layout/orgChart1"/>
    <dgm:cxn modelId="{90B110F4-B178-455F-9462-AF1A3071A0D6}" srcId="{555479DA-101E-4F77-9F3E-3DD3A5F02DF2}" destId="{5573EA6F-F15C-4C25-8B71-C8F6E51DDC8D}" srcOrd="0" destOrd="0" parTransId="{A81F746D-DFA9-45BD-9558-09C5992E9966}" sibTransId="{5472229E-C70D-420C-8C50-69429928C602}"/>
    <dgm:cxn modelId="{E98599F5-69C7-4826-BD25-B7FF2F93C0F1}" type="presOf" srcId="{7A9E7B14-2A8B-434A-A140-D037C71EA280}" destId="{BE7D7039-2081-4F4F-A92F-FFCF4AC9ED14}" srcOrd="1" destOrd="0" presId="urn:microsoft.com/office/officeart/2005/8/layout/orgChart1"/>
    <dgm:cxn modelId="{E62612FE-594B-4FB7-A5BA-D909CC18BC26}" srcId="{555479DA-101E-4F77-9F3E-3DD3A5F02DF2}" destId="{35E67D13-9E8C-482B-A696-349221021240}" srcOrd="4" destOrd="0" parTransId="{28F167A0-A6FB-4D87-AF6F-1ECB0BEDD5D0}" sibTransId="{6389AF3B-3FD5-42A6-98F5-45246313E5CD}"/>
    <dgm:cxn modelId="{31D6CBFE-5320-402B-9F03-084DFD14D2E2}" type="presOf" srcId="{35E67D13-9E8C-482B-A696-349221021240}" destId="{C14A67F0-2BDF-42BB-8AA0-E439031A8D51}" srcOrd="0" destOrd="0" presId="urn:microsoft.com/office/officeart/2005/8/layout/orgChart1"/>
    <dgm:cxn modelId="{49736766-9781-49B2-8E68-3EC2F806AF9A}" type="presParOf" srcId="{764BA126-5E06-4D19-AC51-B4395422D5C3}" destId="{F0A0E130-152C-4625-B10A-305A770948C5}" srcOrd="0" destOrd="0" presId="urn:microsoft.com/office/officeart/2005/8/layout/orgChart1"/>
    <dgm:cxn modelId="{BB410794-6A59-4C7E-AE21-CEB595EEC83F}" type="presParOf" srcId="{F0A0E130-152C-4625-B10A-305A770948C5}" destId="{9C2BE84D-3502-447E-807B-FC9A648C5DE2}" srcOrd="0" destOrd="0" presId="urn:microsoft.com/office/officeart/2005/8/layout/orgChart1"/>
    <dgm:cxn modelId="{2449C186-0DE3-4898-81B0-0785976CBD08}" type="presParOf" srcId="{9C2BE84D-3502-447E-807B-FC9A648C5DE2}" destId="{0FAC7F94-42EA-4F9C-B7FE-4D7F75598C8E}" srcOrd="0" destOrd="0" presId="urn:microsoft.com/office/officeart/2005/8/layout/orgChart1"/>
    <dgm:cxn modelId="{2293D299-1FEB-4728-BFF1-5D3F2A44E18F}" type="presParOf" srcId="{9C2BE84D-3502-447E-807B-FC9A648C5DE2}" destId="{ED68B98E-C471-4997-8BEC-36D7B553918F}" srcOrd="1" destOrd="0" presId="urn:microsoft.com/office/officeart/2005/8/layout/orgChart1"/>
    <dgm:cxn modelId="{1D28CEC7-689F-44F7-81EC-94C6C398823B}" type="presParOf" srcId="{F0A0E130-152C-4625-B10A-305A770948C5}" destId="{F856FD50-F1A4-461B-AC6E-B901B4263043}" srcOrd="1" destOrd="0" presId="urn:microsoft.com/office/officeart/2005/8/layout/orgChart1"/>
    <dgm:cxn modelId="{43521B6E-8B20-480D-BFF6-73824A6F9AF4}" type="presParOf" srcId="{F0A0E130-152C-4625-B10A-305A770948C5}" destId="{4B54DF50-F67D-4BD9-BAF0-14E967E7750E}" srcOrd="2" destOrd="0" presId="urn:microsoft.com/office/officeart/2005/8/layout/orgChart1"/>
    <dgm:cxn modelId="{C973FC1C-0212-4E3B-89DB-AAB955F5582E}" type="presParOf" srcId="{764BA126-5E06-4D19-AC51-B4395422D5C3}" destId="{13A3048F-A005-4BB8-9832-E3D381FF219B}" srcOrd="1" destOrd="0" presId="urn:microsoft.com/office/officeart/2005/8/layout/orgChart1"/>
    <dgm:cxn modelId="{6D0988EB-5AE5-4DD0-833A-93ABF2434CF5}" type="presParOf" srcId="{13A3048F-A005-4BB8-9832-E3D381FF219B}" destId="{BD7DBC32-A9E2-4025-BB87-095D85A9AE18}" srcOrd="0" destOrd="0" presId="urn:microsoft.com/office/officeart/2005/8/layout/orgChart1"/>
    <dgm:cxn modelId="{BA66BA95-B2F7-4058-A733-A8EE56A54C20}" type="presParOf" srcId="{BD7DBC32-A9E2-4025-BB87-095D85A9AE18}" destId="{8FA46BB0-3482-44EC-BBF3-8FFD4B593D8E}" srcOrd="0" destOrd="0" presId="urn:microsoft.com/office/officeart/2005/8/layout/orgChart1"/>
    <dgm:cxn modelId="{4AF34190-0B55-4F76-AA64-6914097F5AE8}" type="presParOf" srcId="{BD7DBC32-A9E2-4025-BB87-095D85A9AE18}" destId="{BE7D7039-2081-4F4F-A92F-FFCF4AC9ED14}" srcOrd="1" destOrd="0" presId="urn:microsoft.com/office/officeart/2005/8/layout/orgChart1"/>
    <dgm:cxn modelId="{C9294128-A32D-4702-AB15-67443263F511}" type="presParOf" srcId="{13A3048F-A005-4BB8-9832-E3D381FF219B}" destId="{616AABF8-26CB-4064-825A-25DB75F40490}" srcOrd="1" destOrd="0" presId="urn:microsoft.com/office/officeart/2005/8/layout/orgChart1"/>
    <dgm:cxn modelId="{45DA9950-4CD5-49C1-827D-2817CFEC4C79}" type="presParOf" srcId="{13A3048F-A005-4BB8-9832-E3D381FF219B}" destId="{D6A26612-3AA7-4F3A-8AEF-3CCA2E41316B}" srcOrd="2" destOrd="0" presId="urn:microsoft.com/office/officeart/2005/8/layout/orgChart1"/>
    <dgm:cxn modelId="{900FA419-6C1E-4BBC-9814-80D47044EDA5}" type="presParOf" srcId="{764BA126-5E06-4D19-AC51-B4395422D5C3}" destId="{2DDDE7C1-DFF4-4D98-ACA5-53D278842B0E}" srcOrd="2" destOrd="0" presId="urn:microsoft.com/office/officeart/2005/8/layout/orgChart1"/>
    <dgm:cxn modelId="{1FE7D349-1A7A-409A-AECF-FE17FCABDC77}" type="presParOf" srcId="{2DDDE7C1-DFF4-4D98-ACA5-53D278842B0E}" destId="{86AF9A38-38CE-4490-8C3F-8F62683109C6}" srcOrd="0" destOrd="0" presId="urn:microsoft.com/office/officeart/2005/8/layout/orgChart1"/>
    <dgm:cxn modelId="{3ACCFA0D-5D9D-42FC-A2CA-A1D0F393D996}" type="presParOf" srcId="{86AF9A38-38CE-4490-8C3F-8F62683109C6}" destId="{8D507CDD-44C8-4180-9215-1B4F2BA930B7}" srcOrd="0" destOrd="0" presId="urn:microsoft.com/office/officeart/2005/8/layout/orgChart1"/>
    <dgm:cxn modelId="{2C1D23F9-431F-4804-A61D-652743CB567B}" type="presParOf" srcId="{86AF9A38-38CE-4490-8C3F-8F62683109C6}" destId="{EE9E8FC0-BB27-4999-8705-4C3498C40A21}" srcOrd="1" destOrd="0" presId="urn:microsoft.com/office/officeart/2005/8/layout/orgChart1"/>
    <dgm:cxn modelId="{D3532BB7-581B-4105-ADF8-6AE9AF5E694A}" type="presParOf" srcId="{2DDDE7C1-DFF4-4D98-ACA5-53D278842B0E}" destId="{DBC7F79A-98C4-48E8-9AD9-85618CDA0060}" srcOrd="1" destOrd="0" presId="urn:microsoft.com/office/officeart/2005/8/layout/orgChart1"/>
    <dgm:cxn modelId="{8127D849-AF28-4EA4-A46F-15292B45B8EC}" type="presParOf" srcId="{2DDDE7C1-DFF4-4D98-ACA5-53D278842B0E}" destId="{F09B8CCD-EF07-4859-BBD6-20D658B79A85}" srcOrd="2" destOrd="0" presId="urn:microsoft.com/office/officeart/2005/8/layout/orgChart1"/>
    <dgm:cxn modelId="{95EAAD5E-F887-40CE-862A-C56E2AAF97E6}" type="presParOf" srcId="{764BA126-5E06-4D19-AC51-B4395422D5C3}" destId="{091460F0-FACC-4516-80F6-87975CBC9429}" srcOrd="3" destOrd="0" presId="urn:microsoft.com/office/officeart/2005/8/layout/orgChart1"/>
    <dgm:cxn modelId="{5B82A20D-C86E-42E1-84E7-3292F4627B86}" type="presParOf" srcId="{091460F0-FACC-4516-80F6-87975CBC9429}" destId="{18B5192E-9E30-4BD4-9501-553A91F5EBCE}" srcOrd="0" destOrd="0" presId="urn:microsoft.com/office/officeart/2005/8/layout/orgChart1"/>
    <dgm:cxn modelId="{013CD75F-1447-4986-A87A-FC947813A9E8}" type="presParOf" srcId="{18B5192E-9E30-4BD4-9501-553A91F5EBCE}" destId="{56AD1FCF-BFB4-4101-85C8-CE5AA502E65C}" srcOrd="0" destOrd="0" presId="urn:microsoft.com/office/officeart/2005/8/layout/orgChart1"/>
    <dgm:cxn modelId="{FA57676C-097B-475B-96F3-6A2BE0196E49}" type="presParOf" srcId="{18B5192E-9E30-4BD4-9501-553A91F5EBCE}" destId="{E7378ED7-AE0A-440E-B0F2-8B409A37CFEE}" srcOrd="1" destOrd="0" presId="urn:microsoft.com/office/officeart/2005/8/layout/orgChart1"/>
    <dgm:cxn modelId="{CFD57107-0B94-4A4E-8392-7235D0CC973E}" type="presParOf" srcId="{091460F0-FACC-4516-80F6-87975CBC9429}" destId="{B7B57A6D-B05E-4CF5-B0EE-34E30FCC2874}" srcOrd="1" destOrd="0" presId="urn:microsoft.com/office/officeart/2005/8/layout/orgChart1"/>
    <dgm:cxn modelId="{79DDC9E5-9B79-4ECD-9A62-6F0E4909358D}" type="presParOf" srcId="{091460F0-FACC-4516-80F6-87975CBC9429}" destId="{D47194D6-D9DF-482C-ADFE-A57AA4980D3B}" srcOrd="2" destOrd="0" presId="urn:microsoft.com/office/officeart/2005/8/layout/orgChart1"/>
    <dgm:cxn modelId="{68450143-A1DF-4339-8CCE-C75984861071}" type="presParOf" srcId="{764BA126-5E06-4D19-AC51-B4395422D5C3}" destId="{2204AACF-7671-433C-8719-137F8A91CC25}" srcOrd="4" destOrd="0" presId="urn:microsoft.com/office/officeart/2005/8/layout/orgChart1"/>
    <dgm:cxn modelId="{092C8AC2-3E52-4054-9EA9-DF47AFA5A7FC}" type="presParOf" srcId="{2204AACF-7671-433C-8719-137F8A91CC25}" destId="{C89CD2EB-5499-490A-8313-3258DAC7C057}" srcOrd="0" destOrd="0" presId="urn:microsoft.com/office/officeart/2005/8/layout/orgChart1"/>
    <dgm:cxn modelId="{F89CBF3D-EA78-4DDF-AD63-B6055D5E2DF1}" type="presParOf" srcId="{C89CD2EB-5499-490A-8313-3258DAC7C057}" destId="{C14A67F0-2BDF-42BB-8AA0-E439031A8D51}" srcOrd="0" destOrd="0" presId="urn:microsoft.com/office/officeart/2005/8/layout/orgChart1"/>
    <dgm:cxn modelId="{8558FAC3-35CC-4814-A32E-1B8053D3B417}" type="presParOf" srcId="{C89CD2EB-5499-490A-8313-3258DAC7C057}" destId="{3C46C0BF-6CED-4484-B131-F86ECC348F18}" srcOrd="1" destOrd="0" presId="urn:microsoft.com/office/officeart/2005/8/layout/orgChart1"/>
    <dgm:cxn modelId="{02E83F09-461C-408A-9B8C-9AAF7D085EA6}" type="presParOf" srcId="{2204AACF-7671-433C-8719-137F8A91CC25}" destId="{989764A2-0604-4170-9369-91A4FC478F75}" srcOrd="1" destOrd="0" presId="urn:microsoft.com/office/officeart/2005/8/layout/orgChart1"/>
    <dgm:cxn modelId="{358F5404-C693-4295-A499-C9F70962A020}" type="presParOf" srcId="{2204AACF-7671-433C-8719-137F8A91CC25}" destId="{4D3F5823-8BBD-404E-B137-57AA8DE8258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C7F94-42EA-4F9C-B7FE-4D7F75598C8E}">
      <dsp:nvSpPr>
        <dsp:cNvPr id="0" name=""/>
        <dsp:cNvSpPr/>
      </dsp:nvSpPr>
      <dsp:spPr>
        <a:xfrm>
          <a:off x="944" y="2005426"/>
          <a:ext cx="1892315" cy="9461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UI-Tour, Branding and Customization</a:t>
          </a:r>
        </a:p>
      </dsp:txBody>
      <dsp:txXfrm>
        <a:off x="944" y="2005426"/>
        <a:ext cx="1892315" cy="946157"/>
      </dsp:txXfrm>
    </dsp:sp>
    <dsp:sp modelId="{8FA46BB0-3482-44EC-BBF3-8FFD4B593D8E}">
      <dsp:nvSpPr>
        <dsp:cNvPr id="0" name=""/>
        <dsp:cNvSpPr/>
      </dsp:nvSpPr>
      <dsp:spPr>
        <a:xfrm>
          <a:off x="2290645" y="2005426"/>
          <a:ext cx="1892315" cy="9461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Incident, Problem and Change Management</a:t>
          </a:r>
        </a:p>
      </dsp:txBody>
      <dsp:txXfrm>
        <a:off x="2290645" y="2005426"/>
        <a:ext cx="1892315" cy="946157"/>
      </dsp:txXfrm>
    </dsp:sp>
    <dsp:sp modelId="{8D507CDD-44C8-4180-9215-1B4F2BA930B7}">
      <dsp:nvSpPr>
        <dsp:cNvPr id="0" name=""/>
        <dsp:cNvSpPr/>
      </dsp:nvSpPr>
      <dsp:spPr>
        <a:xfrm>
          <a:off x="4580347" y="2005426"/>
          <a:ext cx="1892315" cy="9461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Service Requests</a:t>
          </a:r>
        </a:p>
      </dsp:txBody>
      <dsp:txXfrm>
        <a:off x="4580347" y="2005426"/>
        <a:ext cx="1892315" cy="946157"/>
      </dsp:txXfrm>
    </dsp:sp>
    <dsp:sp modelId="{56AD1FCF-BFB4-4101-85C8-CE5AA502E65C}">
      <dsp:nvSpPr>
        <dsp:cNvPr id="0" name=""/>
        <dsp:cNvSpPr/>
      </dsp:nvSpPr>
      <dsp:spPr>
        <a:xfrm>
          <a:off x="6870048" y="2005426"/>
          <a:ext cx="1892315" cy="9461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Reports and Dashboards</a:t>
          </a:r>
          <a:endParaRPr lang="en-IN" sz="1800" kern="1200" dirty="0"/>
        </a:p>
      </dsp:txBody>
      <dsp:txXfrm>
        <a:off x="6870048" y="2005426"/>
        <a:ext cx="1892315" cy="946157"/>
      </dsp:txXfrm>
    </dsp:sp>
    <dsp:sp modelId="{C14A67F0-2BDF-42BB-8AA0-E439031A8D51}">
      <dsp:nvSpPr>
        <dsp:cNvPr id="0" name=""/>
        <dsp:cNvSpPr/>
      </dsp:nvSpPr>
      <dsp:spPr>
        <a:xfrm>
          <a:off x="9159750" y="2005426"/>
          <a:ext cx="1892315" cy="9461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CI relationships and dependency view</a:t>
          </a:r>
        </a:p>
      </dsp:txBody>
      <dsp:txXfrm>
        <a:off x="9159750" y="2005426"/>
        <a:ext cx="1892315" cy="946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830673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4229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3423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C121494D-25E5-769E-E5EF-E17F5D78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>
            <a:extLst>
              <a:ext uri="{FF2B5EF4-FFF2-40B4-BE49-F238E27FC236}">
                <a16:creationId xmlns:a16="http://schemas.microsoft.com/office/drawing/2014/main" id="{2AC1BD3D-23DF-5478-D1AF-07510FE6C7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>
            <a:extLst>
              <a:ext uri="{FF2B5EF4-FFF2-40B4-BE49-F238E27FC236}">
                <a16:creationId xmlns:a16="http://schemas.microsoft.com/office/drawing/2014/main" id="{B9F94FCB-7950-CAB4-0CF6-F425AC08A0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9002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1924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6148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6d8240beb_2_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276d8240beb_2_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g276d8240beb_2_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g276d8240beb_2_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g276d8240beb_2_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6d8240beb_2_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276d8240beb_2_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g276d8240beb_2_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g276d8240beb_2_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276d8240beb_2_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276d8240beb_2_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6d8240beb_2_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g276d8240beb_2_3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8" name="Google Shape;108;g276d8240beb_2_3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g276d8240beb_2_3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0" name="Google Shape;110;g276d8240beb_2_3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g276d8240beb_2_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g276d8240beb_2_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276d8240beb_2_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6d8240beb_2_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276d8240beb_2_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276d8240beb_2_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276d8240beb_2_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76d8240beb_2_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276d8240beb_2_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276d8240beb_2_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76d8240beb_2_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g276d8240beb_2_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6" name="Google Shape;126;g276d8240beb_2_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7" name="Google Shape;127;g276d8240beb_2_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g276d8240beb_2_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276d8240beb_2_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6d8240beb_2_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276d8240beb_2_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g276d8240beb_2_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g276d8240beb_2_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276d8240beb_2_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276d8240beb_2_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6d8240beb_2_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276d8240beb_2_6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g276d8240beb_2_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276d8240beb_2_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276d8240beb_2_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76d8240beb_2_6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276d8240beb_2_6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g276d8240beb_2_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g276d8240beb_2_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276d8240beb_2_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0085-485E-3D41-9E8C-8B5FF8B68F41}" type="datetimeFigureOut">
              <a:rPr lang="en-US" smtClean="0"/>
              <a:pPr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A4F91-2D9D-C341-9D13-C4E1D5ACAB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31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76d8240beb_2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g276d8240beb_2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g276d8240beb_2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g276d8240beb_2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g276d8240beb_2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"/>
          <p:cNvSpPr txBox="1"/>
          <p:nvPr/>
        </p:nvSpPr>
        <p:spPr>
          <a:xfrm>
            <a:off x="2618502" y="6005999"/>
            <a:ext cx="657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Symbiosis Institute of Technology, Nagpur Campus (SIT-N)</a:t>
            </a:r>
            <a:endParaRPr sz="1800" b="1" i="0" u="none" strike="noStrike" cap="none" dirty="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"/>
          <p:cNvSpPr txBox="1"/>
          <p:nvPr/>
        </p:nvSpPr>
        <p:spPr>
          <a:xfrm>
            <a:off x="867160" y="955272"/>
            <a:ext cx="10082583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 eaLnBrk="0" hangingPunct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 eaLnBrk="0" hangingPunct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CA: Seminar </a:t>
            </a:r>
          </a:p>
          <a:p>
            <a:pPr algn="ctr" eaLnBrk="0" hangingPunct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</a:p>
          <a:p>
            <a:pPr algn="ctr" eaLnBrk="0" hangingPunct="0">
              <a:defRPr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Month Industry Internship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Session: 2025-26</a:t>
            </a:r>
          </a:p>
        </p:txBody>
      </p:sp>
      <p:sp>
        <p:nvSpPr>
          <p:cNvPr id="155" name="Google Shape;155;p1"/>
          <p:cNvSpPr txBox="1"/>
          <p:nvPr/>
        </p:nvSpPr>
        <p:spPr>
          <a:xfrm>
            <a:off x="4178347" y="2781947"/>
            <a:ext cx="5020055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 : ServiceNow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Ayush Mahajan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PRN: 23070521027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 : March 2025 – May 2025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Mentors: Industry </a:t>
            </a:r>
            <a:r>
              <a:rPr lang="en-US" sz="20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Supevisors</a:t>
            </a:r>
            <a:endParaRPr lang="en-US" sz="20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6" name="Google Shape;156;p1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157" name="Google Shape;157;p1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58" name="Google Shape;158;p1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159" name="Google Shape;159;p1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0" name="Google Shape;160;p1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1" name="Google Shape;161;p1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2" name="Google Shape;162;p1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3" name="Google Shape;163;p1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4" name="Google Shape;164;p1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5" name="Google Shape;165;p1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6" name="Google Shape;166;p1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7" name="Google Shape;167;p1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8" name="Google Shape;168;p1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9" name="Google Shape;169;p1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0" name="Google Shape;170;p1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1" name="Google Shape;171;p1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p1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p1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pic>
        <p:nvPicPr>
          <p:cNvPr id="194" name="Google Shape;194;p1"/>
          <p:cNvPicPr preferRelativeResize="0"/>
          <p:nvPr/>
        </p:nvPicPr>
        <p:blipFill rotWithShape="1">
          <a:blip r:embed="rId3">
            <a:alphaModFix/>
          </a:blip>
          <a:srcRect l="2498" t="10584" r="1906" b="14835"/>
          <a:stretch/>
        </p:blipFill>
        <p:spPr>
          <a:xfrm>
            <a:off x="5014703" y="6416910"/>
            <a:ext cx="7150100" cy="4313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1"/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196" name="Google Shape;196;p1"/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32" name="Google Shape;232;p1" descr="SCSC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12500" y="62669"/>
            <a:ext cx="1047277" cy="10742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1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234" name="Google Shape;234;p1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35" name="Google Shape;235;p1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236" name="Google Shape;236;p1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7" name="Google Shape;237;p1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8" name="Google Shape;238;p1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9" name="Google Shape;239;p1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0" name="Google Shape;240;p1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1" name="Google Shape;241;p1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2" name="Google Shape;242;p1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3" name="Google Shape;243;p1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4" name="Google Shape;244;p1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5" name="Google Shape;245;p1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6" name="Google Shape;246;p1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7" name="Google Shape;247;p1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8" name="Google Shape;248;p1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9" name="Google Shape;249;p1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0" name="Google Shape;250;p1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1" name="Google Shape;251;p1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2" name="Google Shape;252;p1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3" name="Google Shape;253;p1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4" name="Google Shape;254;p1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5" name="Google Shape;255;p1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6" name="Google Shape;256;p1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7" name="Google Shape;257;p1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2" name="Google Shape;262;p1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3" name="Google Shape;263;p1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8" name="Google Shape;268;p1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9" name="Google Shape;269;p1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0" name="Google Shape;270;p1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71" name="Google Shape;271;p1"/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272" name="Google Shape;272;p1"/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5" name="Google Shape;275;p1"/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6" name="Google Shape;276;p1"/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7" name="Google Shape;277;p1"/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8" name="Google Shape;278;p1"/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9" name="Google Shape;279;p1"/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" name="Google Shape;280;p1"/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1" name="Google Shape;281;p1"/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2" name="Google Shape;282;p1"/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3" name="Google Shape;283;p1"/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4" name="Google Shape;284;p1"/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5" name="Google Shape;285;p1"/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6" name="Google Shape;286;p1"/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7" name="Google Shape;287;p1"/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8" name="Google Shape;288;p1"/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9" name="Google Shape;289;p1"/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0" name="Google Shape;290;p1"/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1" name="Google Shape;291;p1"/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2" name="Google Shape;292;p1"/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3" name="Google Shape;293;p1"/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4" name="Google Shape;294;p1"/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5" name="Google Shape;295;p1"/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6" name="Google Shape;296;p1"/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7" name="Google Shape;297;p1"/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8" name="Google Shape;298;p1"/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9" name="Google Shape;299;p1"/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0" name="Google Shape;300;p1"/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1" name="Google Shape;301;p1"/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2" name="Google Shape;302;p1"/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3" name="Google Shape;303;p1"/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4" name="Google Shape;304;p1"/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5" name="Google Shape;305;p1"/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" name="Google Shape;306;p1"/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308" name="Picture 307">
            <a:extLst>
              <a:ext uri="{FF2B5EF4-FFF2-40B4-BE49-F238E27FC236}">
                <a16:creationId xmlns:a16="http://schemas.microsoft.com/office/drawing/2014/main" id="{A095A2E8-533C-7DF9-5C5D-9BAF98CB5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691" y="165315"/>
            <a:ext cx="10025540" cy="488193"/>
          </a:xfrm>
          <a:prstGeom prst="rect">
            <a:avLst/>
          </a:prstGeom>
        </p:spPr>
      </p:pic>
      <p:pic>
        <p:nvPicPr>
          <p:cNvPr id="309" name="Picture 308">
            <a:extLst>
              <a:ext uri="{FF2B5EF4-FFF2-40B4-BE49-F238E27FC236}">
                <a16:creationId xmlns:a16="http://schemas.microsoft.com/office/drawing/2014/main" id="{1D6B6D71-EB36-E192-D618-E38FFDDA93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115" y="83039"/>
            <a:ext cx="751095" cy="8306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66" y="27613"/>
            <a:ext cx="10140087" cy="53631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0817" y="626801"/>
            <a:ext cx="11598216" cy="6109896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Company (Structure/Information) </a:t>
            </a:r>
          </a:p>
          <a:p>
            <a:pPr marL="342900" lvl="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</a:p>
          <a:p>
            <a:pPr marL="342900" lvl="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Assigned/ Technologies Working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</a:t>
            </a:r>
          </a:p>
          <a:p>
            <a:pPr marL="34290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Specification 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 marL="34290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Results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Font typeface="Arial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Completion Certificate </a:t>
            </a:r>
          </a:p>
          <a:p>
            <a:pPr marL="342900" indent="-342900">
              <a:lnSpc>
                <a:spcPct val="150000"/>
              </a:lnSpc>
              <a:spcBef>
                <a:spcPts val="480"/>
              </a:spcBef>
              <a:buClr>
                <a:schemeClr val="dk1"/>
              </a:buClr>
              <a:buFont typeface="Arial"/>
              <a:buChar char="•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Experience &amp; Learnings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461;g276d8240beb_2_42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85927" y="27613"/>
            <a:ext cx="1378885" cy="590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312;g276d8240beb_2_4298"/>
          <p:cNvGrpSpPr/>
          <p:nvPr/>
        </p:nvGrpSpPr>
        <p:grpSpPr>
          <a:xfrm>
            <a:off x="4232" y="6614160"/>
            <a:ext cx="12192000" cy="245074"/>
            <a:chOff x="0" y="6381750"/>
            <a:chExt cx="12192000" cy="476250"/>
          </a:xfrm>
        </p:grpSpPr>
        <p:sp>
          <p:nvSpPr>
            <p:cNvPr id="6" name="Google Shape;313;g276d8240beb_2_4298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7" name="Google Shape;314;g276d8240beb_2_4298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8" name="Google Shape;315;g276d8240beb_2_4298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" name="Google Shape;316;g276d8240beb_2_4298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" name="Google Shape;317;g276d8240beb_2_4298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" name="Google Shape;318;g276d8240beb_2_4298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" name="Google Shape;319;g276d8240beb_2_4298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" name="Google Shape;320;g276d8240beb_2_4298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" name="Google Shape;321;g276d8240beb_2_4298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" name="Google Shape;322;g276d8240beb_2_4298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" name="Google Shape;323;g276d8240beb_2_4298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" name="Google Shape;324;g276d8240beb_2_4298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" name="Google Shape;325;g276d8240beb_2_4298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" name="Google Shape;326;g276d8240beb_2_4298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" name="Google Shape;327;g276d8240beb_2_4298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" name="Google Shape;328;g276d8240beb_2_4298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" name="Google Shape;329;g276d8240beb_2_4298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" name="Google Shape;330;g276d8240beb_2_4298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" name="Google Shape;331;g276d8240beb_2_4298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" name="Google Shape;332;g276d8240beb_2_4298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" name="Google Shape;333;g276d8240beb_2_4298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" name="Google Shape;334;g276d8240beb_2_4298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335;g276d8240beb_2_4298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" name="Google Shape;336;g276d8240beb_2_4298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" name="Google Shape;337;g276d8240beb_2_4298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38;g276d8240beb_2_4298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" name="Google Shape;339;g276d8240beb_2_4298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40;g276d8240beb_2_4298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41;g276d8240beb_2_4298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" name="Google Shape;342;g276d8240beb_2_4298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" name="Google Shape;343;g276d8240beb_2_4298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" name="Google Shape;344;g276d8240beb_2_4298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" name="Google Shape;345;g276d8240beb_2_4298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" name="Google Shape;346;g276d8240beb_2_4298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" name="Google Shape;347;g276d8240beb_2_4298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" name="Google Shape;348;g276d8240beb_2_4298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" name="Google Shape;349;g276d8240beb_2_4298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43" name="Google Shape;351;g276d8240beb_2_4298"/>
          <p:cNvGrpSpPr/>
          <p:nvPr/>
        </p:nvGrpSpPr>
        <p:grpSpPr>
          <a:xfrm>
            <a:off x="166248" y="6490548"/>
            <a:ext cx="4247655" cy="273466"/>
            <a:chOff x="4366684" y="2926127"/>
            <a:chExt cx="3278335" cy="2571063"/>
          </a:xfrm>
        </p:grpSpPr>
        <p:sp>
          <p:nvSpPr>
            <p:cNvPr id="44" name="Google Shape;352;g276d8240beb_2_4298"/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" name="Google Shape;353;g276d8240beb_2_4298"/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" name="Google Shape;354;g276d8240beb_2_4298"/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" name="Google Shape;355;g276d8240beb_2_4298"/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" name="Google Shape;356;g276d8240beb_2_4298"/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" name="Google Shape;357;g276d8240beb_2_4298"/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" name="Google Shape;358;g276d8240beb_2_4298"/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" name="Google Shape;359;g276d8240beb_2_4298"/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" name="Google Shape;360;g276d8240beb_2_4298"/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" name="Google Shape;361;g276d8240beb_2_4298"/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" name="Google Shape;362;g276d8240beb_2_4298"/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" name="Google Shape;363;g276d8240beb_2_4298"/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" name="Google Shape;364;g276d8240beb_2_4298"/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365;g276d8240beb_2_4298"/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366;g276d8240beb_2_4298"/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367;g276d8240beb_2_4298"/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368;g276d8240beb_2_4298"/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369;g276d8240beb_2_4298"/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370;g276d8240beb_2_4298"/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371;g276d8240beb_2_4298"/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372;g276d8240beb_2_4298"/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373;g276d8240beb_2_4298"/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374;g276d8240beb_2_4298"/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375;g276d8240beb_2_4298"/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376;g276d8240beb_2_4298"/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377;g276d8240beb_2_4298"/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378;g276d8240beb_2_4298"/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" name="Google Shape;379;g276d8240beb_2_4298"/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2" name="Google Shape;380;g276d8240beb_2_4298"/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381;g276d8240beb_2_4298"/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382;g276d8240beb_2_4298"/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383;g276d8240beb_2_4298"/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384;g276d8240beb_2_4298"/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385;g276d8240beb_2_4298"/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" name="Google Shape;386;g276d8240beb_2_4298"/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0604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Company (Structure/Information) </a:t>
            </a:r>
            <a:endParaRPr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E6D05-0A1C-3BB4-D1A9-2C4B9048A8EC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1640240" y="1441173"/>
            <a:ext cx="908063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ServiceNow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leading cloud-based SaaS platform specializing in digital workflows and IT Service Management (ITSM).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headquartered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Santa Clara, California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a global customer 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enterprise solutions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ITSM, ITOM, ITBM, HR, and Customer 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Recognized as a top platform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automation and enterprise digital transformation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205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CA1A8E15-96DD-01AD-B6C0-9E1359EBB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>
            <a:extLst>
              <a:ext uri="{FF2B5EF4-FFF2-40B4-BE49-F238E27FC236}">
                <a16:creationId xmlns:a16="http://schemas.microsoft.com/office/drawing/2014/main" id="{7A1AC5F9-57B6-1A88-E7B3-0BBC3434289B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Internship </a:t>
            </a:r>
            <a:endParaRPr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ED539F-DFC3-28BA-3C35-97F0C80F234A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1637068" y="1622846"/>
            <a:ext cx="917711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 exposure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ServiceNow platform and its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ITSM processes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real-world industry scenarios.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complete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ServiceNow Micro-Certification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Administration Fundamentals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skills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automation, platform navigation, and analytics 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4132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Work Assigned/ Technologies Working on</a:t>
            </a:r>
            <a:endParaRPr sz="28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618391-A6BB-D5CF-77AF-223B1EC3DE4E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1758367" y="933621"/>
            <a:ext cx="888786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completed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ServiceNow Micro-Certification: Welcome to ServiceNow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ServiceNow Administration Fundamentals On-Demand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course.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Explored modules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 Analytics, Service Catalog, and Workflow Studio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Impersonating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Platform_User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]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in a simulated environment to perform and validate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Learn about the interface of the environment, learning dashboards, ordering products, placing complaints etc.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27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Project Description</a:t>
            </a:r>
            <a:endParaRPr sz="2800" b="1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7CFA5A-7B82-7CD7-DEC6-61781E8AC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616" y="2161094"/>
            <a:ext cx="1192185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Covered key areas: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Navigation, Lists &amp; Filters, Forms, Dashboards, Reports, Knowledge, and Virtual Agent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Tasks involved creating and managing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reports, dashboards, and service catalog requests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and executed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Task Boards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demonstrate workflow understanding.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internship log and presentation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documenting tasks and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centered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 simulator tasks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within a ServiceNow learning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was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application of ServiceNow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rather than just theoretical learning.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BCB971-9A9A-09C1-8C1D-2607EEB8A6A8}"/>
              </a:ext>
            </a:extLst>
          </p:cNvPr>
          <p:cNvSpPr txBox="1"/>
          <p:nvPr/>
        </p:nvSpPr>
        <p:spPr>
          <a:xfrm>
            <a:off x="356616" y="1034364"/>
            <a:ext cx="8074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PROJECT: simulated micro-certification project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involving real-time tasks within a ServiceNow instance.</a:t>
            </a:r>
          </a:p>
        </p:txBody>
      </p:sp>
    </p:spTree>
    <p:extLst>
      <p:ext uri="{BB962C8B-B14F-4D97-AF65-F5344CB8AC3E}">
        <p14:creationId xmlns:p14="http://schemas.microsoft.com/office/powerpoint/2010/main" val="169055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hangingPunct="0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Specification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FD1E98-DB9B-56F2-A724-F5AA60643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" y="1754292"/>
            <a:ext cx="1130198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Laptop with at least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 i5 Processor, 8GB RAM, and 256GB SSD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Windows 10/11 for smooth compatibility with ServiceNow portals.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Google Chrome / Microsoft Edge browsers for accessing learning modules.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Platforms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ServiceNow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MyNow Learning Portal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certification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Additional 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Stable internet connection and cloud-hosted ServiceNow simulator for practice.</a:t>
            </a:r>
          </a:p>
        </p:txBody>
      </p:sp>
    </p:spTree>
    <p:extLst>
      <p:ext uri="{BB962C8B-B14F-4D97-AF65-F5344CB8AC3E}">
        <p14:creationId xmlns:p14="http://schemas.microsoft.com/office/powerpoint/2010/main" val="4011573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-46451"/>
            <a:ext cx="12192000" cy="68580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hangingPunct="0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565C59E-7593-1A20-83BF-B3956D8D07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0817383"/>
              </p:ext>
            </p:extLst>
          </p:nvPr>
        </p:nvGraphicFramePr>
        <p:xfrm>
          <a:off x="569495" y="950495"/>
          <a:ext cx="11053010" cy="4957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3DACE7-850C-5299-2E19-9FBD5CD2AC79}"/>
              </a:ext>
            </a:extLst>
          </p:cNvPr>
          <p:cNvCxnSpPr/>
          <p:nvPr/>
        </p:nvCxnSpPr>
        <p:spPr>
          <a:xfrm>
            <a:off x="2470484" y="3429000"/>
            <a:ext cx="3689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B066DA-18B8-5DAD-3782-44BE370E1F90}"/>
              </a:ext>
            </a:extLst>
          </p:cNvPr>
          <p:cNvCxnSpPr/>
          <p:nvPr/>
        </p:nvCxnSpPr>
        <p:spPr>
          <a:xfrm>
            <a:off x="9328484" y="3429000"/>
            <a:ext cx="3689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73283C-6AA0-6C33-ACA9-58973331B15A}"/>
              </a:ext>
            </a:extLst>
          </p:cNvPr>
          <p:cNvCxnSpPr/>
          <p:nvPr/>
        </p:nvCxnSpPr>
        <p:spPr>
          <a:xfrm>
            <a:off x="4780547" y="3429000"/>
            <a:ext cx="3689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F19981-F8B5-D277-BF64-5FB34BD8C794}"/>
              </a:ext>
            </a:extLst>
          </p:cNvPr>
          <p:cNvCxnSpPr/>
          <p:nvPr/>
        </p:nvCxnSpPr>
        <p:spPr>
          <a:xfrm>
            <a:off x="2927684" y="3886200"/>
            <a:ext cx="3689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6AC544-F7E9-3009-ED8A-3A06B306C451}"/>
              </a:ext>
            </a:extLst>
          </p:cNvPr>
          <p:cNvCxnSpPr/>
          <p:nvPr/>
        </p:nvCxnSpPr>
        <p:spPr>
          <a:xfrm>
            <a:off x="7074568" y="3429000"/>
            <a:ext cx="3689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825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1E3D-A58D-3943-33D3-D6EE845B0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34F70A-F741-DF8E-53F9-3154400B2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451"/>
            <a:ext cx="12192000" cy="68580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hangingPunct="0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Results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29E313F-E15B-75C6-2784-9B5A69D85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62" y="964883"/>
            <a:ext cx="4549775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A6A2DB-AA64-5612-9CD0-FE090EDAF1CC}"/>
              </a:ext>
            </a:extLst>
          </p:cNvPr>
          <p:cNvSpPr txBox="1"/>
          <p:nvPr/>
        </p:nvSpPr>
        <p:spPr>
          <a:xfrm>
            <a:off x="2013064" y="3203966"/>
            <a:ext cx="14141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i="1" dirty="0"/>
              <a:t>Impersonating User</a:t>
            </a: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04933EE1-95D6-7F6C-E1B4-AB4495864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76007"/>
            <a:ext cx="4760912" cy="219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B13E37-BF70-CB50-CD13-2ACD63DCD78B}"/>
              </a:ext>
            </a:extLst>
          </p:cNvPr>
          <p:cNvSpPr txBox="1"/>
          <p:nvPr/>
        </p:nvSpPr>
        <p:spPr>
          <a:xfrm>
            <a:off x="7769371" y="3268345"/>
            <a:ext cx="1595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i="1" dirty="0"/>
              <a:t>Making of Dashboards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093056-BE98-AE10-DE27-596CE5CDE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022" y="3958079"/>
            <a:ext cx="4549775" cy="24026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403ED9-25C7-08C1-AA9C-C3196239291E}"/>
              </a:ext>
            </a:extLst>
          </p:cNvPr>
          <p:cNvSpPr txBox="1"/>
          <p:nvPr/>
        </p:nvSpPr>
        <p:spPr>
          <a:xfrm>
            <a:off x="4197382" y="6456270"/>
            <a:ext cx="26693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i="1" dirty="0"/>
              <a:t>Checkout items using service catalogue</a:t>
            </a:r>
          </a:p>
        </p:txBody>
      </p:sp>
    </p:spTree>
    <p:extLst>
      <p:ext uri="{BB962C8B-B14F-4D97-AF65-F5344CB8AC3E}">
        <p14:creationId xmlns:p14="http://schemas.microsoft.com/office/powerpoint/2010/main" val="2627872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hangingPunct="0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Completion Certificate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AA82F-F59A-9324-2D16-BF7A12CB0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793" y="1039030"/>
            <a:ext cx="7187688" cy="506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11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1BB32-854E-F621-01D5-64A055B8F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07C5DF-267D-F813-C454-4D2D5B429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hangingPunct="0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Experience and Learnings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10DB21-EC00-8E50-32BA-1EC883E9E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696" y="1859339"/>
            <a:ext cx="1189939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 experience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the ServiceNow platform, strengthening technical skills.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clear understanding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ITSM processes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including incident and request handling.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 dashboards, create reports, and manage workflows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ServiceNow.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analytical and problem-solving skills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completing simulator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Understood the importance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automation, CMDB accuracy, and digital transformation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professional discipline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structured e-learning, task logging,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554933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2871527"/>
            <a:ext cx="12192000" cy="68580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hangingPunct="0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Thank You…..</a:t>
            </a:r>
          </a:p>
        </p:txBody>
      </p:sp>
    </p:spTree>
    <p:extLst>
      <p:ext uri="{BB962C8B-B14F-4D97-AF65-F5344CB8AC3E}">
        <p14:creationId xmlns:p14="http://schemas.microsoft.com/office/powerpoint/2010/main" val="3034023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569</Words>
  <Application>Microsoft Office PowerPoint</Application>
  <PresentationFormat>Widescreen</PresentationFormat>
  <Paragraphs>96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Office Theme</vt:lpstr>
      <vt:lpstr>PowerPoint Presentation</vt:lpstr>
      <vt:lpstr>Presentation Outline: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Ayush Mahajan</cp:lastModifiedBy>
  <cp:revision>12</cp:revision>
  <dcterms:created xsi:type="dcterms:W3CDTF">2024-06-03T04:50:38Z</dcterms:created>
  <dcterms:modified xsi:type="dcterms:W3CDTF">2025-08-21T20:59:35Z</dcterms:modified>
</cp:coreProperties>
</file>