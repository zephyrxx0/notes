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CDA84-8311-3411-DC4A-C35D15785B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803027-4E03-06DF-6B1C-9D855194EE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21F28-E982-9AAC-2FF8-62F574F14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EDA54-9847-4A8B-BA8D-60EE06C62DB0}" type="datetimeFigureOut">
              <a:rPr lang="en-GB" smtClean="0"/>
              <a:t>21/07/2025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7609C-A4FA-B098-C994-7076271F1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C8564-3AAD-4338-1A0C-357DE124F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2CB7E-576F-48F4-A004-BC1DB01658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4218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1C33D-E8D6-8FA3-9CDE-47262D711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905F9-92E5-1590-AD6D-18CDC3456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767B5-CBF0-7061-CEBD-E2B425F26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EDA54-9847-4A8B-BA8D-60EE06C62DB0}" type="datetimeFigureOut">
              <a:rPr lang="en-GB" smtClean="0"/>
              <a:t>21/07/2025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F79B4-2EE0-50AE-EFD8-A566A210E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521E1-C3FB-06EA-C4E0-D41B0B583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2CB7E-576F-48F4-A004-BC1DB01658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6582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DA78A-D63D-812C-A4EC-DD42F4E81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E78ED2-B3E5-DDFC-F9C9-85A65F762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8ED3C-57BD-461E-E6E4-1F947022D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EDA54-9847-4A8B-BA8D-60EE06C62DB0}" type="datetimeFigureOut">
              <a:rPr lang="en-GB" smtClean="0"/>
              <a:t>21/07/2025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A2765-86DF-0D50-98FF-8DEC21C1F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D6F01-6E1B-66C5-B09E-45E6DA235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2CB7E-576F-48F4-A004-BC1DB01658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481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AC682-2DC6-C50C-B9A4-2BCDA4B7A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1C10F-F023-DEE4-9DA2-4180C319B4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CDC531-7793-B201-DDB1-51046D1218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566979-23FE-9CAD-BA4F-7396F6A4D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EDA54-9847-4A8B-BA8D-60EE06C62DB0}" type="datetimeFigureOut">
              <a:rPr lang="en-GB" smtClean="0"/>
              <a:t>21/07/2025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C1EF8B-A1C7-1388-DE8E-228BE9477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B65F81-84B7-6B6E-1825-F30896735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2CB7E-576F-48F4-A004-BC1DB01658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6034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B8001-F773-BA01-37E9-460C0DD2A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3BF138-B58B-B64A-703D-DE4ACC0D5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B193E-A198-E52D-A76E-7D6CCE3E0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252B31-6769-71A2-E3FC-68B8B5BB14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BBAD87-DB13-909F-C6AD-980B29D9EC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8CA82C-155A-868C-5093-FB0FA8847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EDA54-9847-4A8B-BA8D-60EE06C62DB0}" type="datetimeFigureOut">
              <a:rPr lang="en-GB" smtClean="0"/>
              <a:t>21/07/2025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AFBD2F-3388-1FD0-2566-E2A8BE19D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AA2903-91F7-AA74-EA40-ED01315C8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2CB7E-576F-48F4-A004-BC1DB01658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781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CFDE6-0E7B-9E56-1DB0-90E2A6D0E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630197-9423-4D6B-A314-469F692D6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EDA54-9847-4A8B-BA8D-60EE06C62DB0}" type="datetimeFigureOut">
              <a:rPr lang="en-GB" smtClean="0"/>
              <a:t>21/07/2025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952E4F-BE40-F57F-6768-52D2DB9E6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8647B8-3D40-C1DD-E55E-046CC3DE1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2CB7E-576F-48F4-A004-BC1DB01658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3679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1DB548-B209-02B1-7536-898B3E275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EDA54-9847-4A8B-BA8D-60EE06C62DB0}" type="datetimeFigureOut">
              <a:rPr lang="en-GB" smtClean="0"/>
              <a:t>21/07/2025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950870-39FE-AF43-9D76-23E6B99BF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2D018-B1EB-BAFB-6D0B-A7C546D5E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2CB7E-576F-48F4-A004-BC1DB01658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8825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C4788-AA1E-C7EF-3CC1-1311DE7ED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DE62E-614D-8A65-346B-8D1E8A5A4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F28BCB-A57F-2093-A7FA-A21D40E9AB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839E7D-5E32-A450-5269-07A6FFCE6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EDA54-9847-4A8B-BA8D-60EE06C62DB0}" type="datetimeFigureOut">
              <a:rPr lang="en-GB" smtClean="0"/>
              <a:t>21/07/2025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62196-A546-3DE7-33D1-2369C68EC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C966B-DF39-A709-434F-FBA95C543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2CB7E-576F-48F4-A004-BC1DB01658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6064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5730F-FBBE-CBDC-E4A8-B4E54DFD6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9FE83C-E5BE-15BD-73F4-FBD004BFD2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C4A16-E7B1-BD0E-6769-574A7CEBF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522B11-5595-8F63-F6CA-D94881A1B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EDA54-9847-4A8B-BA8D-60EE06C62DB0}" type="datetimeFigureOut">
              <a:rPr lang="en-GB" smtClean="0"/>
              <a:t>21/07/2025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8818F-CF90-4074-52FD-3ADD74973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7D0D2-34E1-5CB6-9600-6C748B97B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2CB7E-576F-48F4-A004-BC1DB01658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1192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1A0A9-3443-E3EE-54BE-710D8BB2D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081F23-F01E-18BA-9C7B-6C5E5A3076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E803D-17F8-E6A4-8783-89DD3F386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EDA54-9847-4A8B-BA8D-60EE06C62DB0}" type="datetimeFigureOut">
              <a:rPr lang="en-GB" smtClean="0"/>
              <a:t>21/07/2025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62DF7-6A75-78A7-A00B-BAF271DF3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02322-645E-98A4-0952-D83378A9C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2CB7E-576F-48F4-A004-BC1DB01658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701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97EBF6-40F2-BEC7-65B0-2B6A0576D8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C1B3D0-AAA7-B589-91B8-39790B9121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33C03-DC77-6C05-13CE-A3BC79663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EDA54-9847-4A8B-BA8D-60EE06C62DB0}" type="datetimeFigureOut">
              <a:rPr lang="en-GB" smtClean="0"/>
              <a:t>21/07/2025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3071D-C802-4113-B801-6A3347D9D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1AF61-8BB0-B543-5678-B0EC25134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2CB7E-576F-48F4-A004-BC1DB01658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1043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2EC46C-4800-B45B-7F30-B72E84EFF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CE5791-CC57-1E91-9A0B-E6DA8F57E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F462A-E555-E7DB-C48B-7CE2745D5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EDA54-9847-4A8B-BA8D-60EE06C62DB0}" type="datetimeFigureOut">
              <a:rPr lang="en-GB" smtClean="0"/>
              <a:t>21/07/2025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A1BC76-09BC-74E8-C33C-1E68E7A72C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ADC78-D697-054B-162A-A6404CBB63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62CB7E-576F-48F4-A004-BC1DB01658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3015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58458" y="2571967"/>
            <a:ext cx="708660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spcBef>
                <a:spcPts val="95"/>
              </a:spcBef>
            </a:pPr>
            <a:r>
              <a:rPr lang="en-IN" sz="4000" dirty="0"/>
              <a:t>Computer Networks/0705210503</a:t>
            </a:r>
            <a:endParaRPr sz="4000" spc="-85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48509" y="76201"/>
            <a:ext cx="689355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spcBef>
                <a:spcPts val="100"/>
              </a:spcBef>
              <a:tabLst>
                <a:tab pos="3660775" algn="l"/>
              </a:tabLst>
            </a:pP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SHARDA 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H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O O L  O F  E N G I N E E R I N</a:t>
            </a:r>
            <a:r>
              <a:rPr sz="14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G  &amp;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T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E C H N O L O G</a:t>
            </a:r>
            <a:r>
              <a:rPr sz="1400" spc="-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endParaRPr sz="1400">
              <a:latin typeface="Times New Roman"/>
              <a:cs typeface="Times New Roman"/>
            </a:endParaRPr>
          </a:p>
          <a:p>
            <a:pPr algn="ctr">
              <a:spcBef>
                <a:spcPts val="5"/>
              </a:spcBef>
              <a:tabLst>
                <a:tab pos="1688464" algn="l"/>
                <a:tab pos="2091689" algn="l"/>
                <a:tab pos="3492500" algn="l"/>
                <a:tab pos="5219700" algn="l"/>
              </a:tabLst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D E P</a:t>
            </a:r>
            <a:r>
              <a:rPr sz="1400" spc="-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A R T M E N</a:t>
            </a:r>
            <a:r>
              <a:rPr sz="1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T	O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F	C O M P U T</a:t>
            </a:r>
            <a:r>
              <a:rPr sz="14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1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R	S C I E N C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E   E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N G I N E E R I N</a:t>
            </a:r>
            <a:r>
              <a:rPr sz="14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2532" name="AutoShape 4" descr="Learn Compiler Design Tutorial - javatpoint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534" name="AutoShape 6" descr="Learn Compiler Design Tutorial - javatpoint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536" name="AutoShape 8" descr="Learn Compiler Design Tutorial - javatpoint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1524000" y="0"/>
            <a:ext cx="9067800" cy="6857996"/>
            <a:chOff x="0" y="0"/>
            <a:chExt cx="9067800" cy="6857996"/>
          </a:xfrm>
        </p:grpSpPr>
        <p:sp>
          <p:nvSpPr>
            <p:cNvPr id="6" name="object 6"/>
            <p:cNvSpPr/>
            <p:nvPr/>
          </p:nvSpPr>
          <p:spPr>
            <a:xfrm>
              <a:off x="0" y="1412746"/>
              <a:ext cx="838200" cy="5445250"/>
            </a:xfrm>
            <a:prstGeom prst="rect">
              <a:avLst/>
            </a:prstGeom>
            <a:solidFill>
              <a:srgbClr val="D545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Picture 10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76200" y="0"/>
              <a:ext cx="8991600" cy="1412746"/>
            </a:xfrm>
            <a:prstGeom prst="rect">
              <a:avLst/>
            </a:prstGeom>
          </p:spPr>
        </p:pic>
      </p:grpSp>
      <p:sp>
        <p:nvSpPr>
          <p:cNvPr id="3" name="object 2">
            <a:extLst>
              <a:ext uri="{FF2B5EF4-FFF2-40B4-BE49-F238E27FC236}">
                <a16:creationId xmlns:a16="http://schemas.microsoft.com/office/drawing/2014/main" id="{B06989A6-4593-0B0D-6280-ABBF9BA28100}"/>
              </a:ext>
            </a:extLst>
          </p:cNvPr>
          <p:cNvSpPr txBox="1"/>
          <p:nvPr/>
        </p:nvSpPr>
        <p:spPr>
          <a:xfrm>
            <a:off x="3401071" y="4013316"/>
            <a:ext cx="7086600" cy="96116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spcBef>
                <a:spcPts val="95"/>
              </a:spcBef>
            </a:pPr>
            <a:r>
              <a:rPr lang="en-US" sz="2000" dirty="0"/>
              <a:t>Prof. Soubhagya Ranjan Mallick</a:t>
            </a:r>
          </a:p>
          <a:p>
            <a:pPr marL="12700" algn="ctr">
              <a:spcBef>
                <a:spcPts val="95"/>
              </a:spcBef>
            </a:pPr>
            <a:r>
              <a:rPr lang="en-US" sz="2000" dirty="0">
                <a:latin typeface="Times New Roman"/>
                <a:cs typeface="Times New Roman"/>
              </a:rPr>
              <a:t>Assistant Professor (Selection Grade), CSE Dept.</a:t>
            </a:r>
          </a:p>
          <a:p>
            <a:pPr marL="12700" algn="ctr">
              <a:spcBef>
                <a:spcPts val="95"/>
              </a:spcBef>
            </a:pPr>
            <a:r>
              <a:rPr lang="en-US" sz="2000" dirty="0">
                <a:latin typeface="Times New Roman"/>
                <a:cs typeface="Times New Roman"/>
              </a:rPr>
              <a:t>SIT, Nagpur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4"/>
          <p:cNvSpPr txBox="1"/>
          <p:nvPr/>
        </p:nvSpPr>
        <p:spPr>
          <a:xfrm>
            <a:off x="2648509" y="139065"/>
            <a:ext cx="689355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spcBef>
                <a:spcPts val="100"/>
              </a:spcBef>
              <a:tabLst>
                <a:tab pos="3660775" algn="l"/>
              </a:tabLst>
            </a:pP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SHARDA 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H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O O L  O F  E N G I N E E R I N</a:t>
            </a:r>
            <a:r>
              <a:rPr sz="14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G  &amp;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T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E C H N O L O G</a:t>
            </a:r>
            <a:r>
              <a:rPr sz="1400" spc="-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endParaRPr sz="1400">
              <a:latin typeface="Times New Roman"/>
              <a:cs typeface="Times New Roman"/>
            </a:endParaRPr>
          </a:p>
          <a:p>
            <a:pPr algn="ctr">
              <a:spcBef>
                <a:spcPts val="5"/>
              </a:spcBef>
              <a:tabLst>
                <a:tab pos="1688464" algn="l"/>
                <a:tab pos="2091689" algn="l"/>
                <a:tab pos="3492500" algn="l"/>
                <a:tab pos="5219700" algn="l"/>
              </a:tabLst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D E P</a:t>
            </a:r>
            <a:r>
              <a:rPr sz="1400" spc="-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A R T M E N</a:t>
            </a:r>
            <a:r>
              <a:rPr sz="1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T	O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F	C O M P U T</a:t>
            </a:r>
            <a:r>
              <a:rPr sz="14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1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R	S C I E N C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E   E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N G I N E E R I N</a:t>
            </a:r>
            <a:r>
              <a:rPr sz="14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0" y="0"/>
            <a:ext cx="12075886" cy="6857996"/>
            <a:chOff x="0" y="0"/>
            <a:chExt cx="9067800" cy="6857996"/>
          </a:xfrm>
        </p:grpSpPr>
        <p:sp>
          <p:nvSpPr>
            <p:cNvPr id="9" name="object 6"/>
            <p:cNvSpPr/>
            <p:nvPr/>
          </p:nvSpPr>
          <p:spPr>
            <a:xfrm>
              <a:off x="0" y="1412746"/>
              <a:ext cx="838200" cy="5445250"/>
            </a:xfrm>
            <a:prstGeom prst="rect">
              <a:avLst/>
            </a:prstGeom>
            <a:solidFill>
              <a:srgbClr val="D545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Picture 9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76200" y="0"/>
              <a:ext cx="8991600" cy="1412746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87B0A21-B938-B468-882F-695BBBF99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4035" y="1412746"/>
            <a:ext cx="7653100" cy="53061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4"/>
          <p:cNvSpPr txBox="1"/>
          <p:nvPr/>
        </p:nvSpPr>
        <p:spPr>
          <a:xfrm>
            <a:off x="2648509" y="139065"/>
            <a:ext cx="689355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spcBef>
                <a:spcPts val="100"/>
              </a:spcBef>
              <a:tabLst>
                <a:tab pos="3660775" algn="l"/>
              </a:tabLst>
            </a:pP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SHARDA 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H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O O L  O F  E N G I N E E R I N</a:t>
            </a:r>
            <a:r>
              <a:rPr sz="14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G  &amp;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T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E C H N O L O G</a:t>
            </a:r>
            <a:r>
              <a:rPr sz="1400" spc="-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endParaRPr sz="1400">
              <a:latin typeface="Times New Roman"/>
              <a:cs typeface="Times New Roman"/>
            </a:endParaRPr>
          </a:p>
          <a:p>
            <a:pPr algn="ctr">
              <a:spcBef>
                <a:spcPts val="5"/>
              </a:spcBef>
              <a:tabLst>
                <a:tab pos="1688464" algn="l"/>
                <a:tab pos="2091689" algn="l"/>
                <a:tab pos="3492500" algn="l"/>
                <a:tab pos="5219700" algn="l"/>
              </a:tabLst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D E P</a:t>
            </a:r>
            <a:r>
              <a:rPr sz="1400" spc="-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A R T M E N</a:t>
            </a:r>
            <a:r>
              <a:rPr sz="1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T	O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F	C O M P U T</a:t>
            </a:r>
            <a:r>
              <a:rPr sz="14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1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R	S C I E N C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E   E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N G I N E E R I N</a:t>
            </a:r>
            <a:r>
              <a:rPr sz="14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0" y="0"/>
            <a:ext cx="12075886" cy="6857996"/>
            <a:chOff x="0" y="0"/>
            <a:chExt cx="9067800" cy="6857996"/>
          </a:xfrm>
        </p:grpSpPr>
        <p:sp>
          <p:nvSpPr>
            <p:cNvPr id="9" name="object 6"/>
            <p:cNvSpPr/>
            <p:nvPr/>
          </p:nvSpPr>
          <p:spPr>
            <a:xfrm>
              <a:off x="0" y="1412746"/>
              <a:ext cx="838200" cy="5445250"/>
            </a:xfrm>
            <a:prstGeom prst="rect">
              <a:avLst/>
            </a:prstGeom>
            <a:solidFill>
              <a:srgbClr val="D545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Picture 9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76200" y="0"/>
              <a:ext cx="8991600" cy="1412746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ABE3CC6-78FB-227F-3886-67AD3134F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390" y="1412746"/>
            <a:ext cx="7727918" cy="5306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43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4"/>
          <p:cNvSpPr txBox="1"/>
          <p:nvPr/>
        </p:nvSpPr>
        <p:spPr>
          <a:xfrm>
            <a:off x="2648509" y="139065"/>
            <a:ext cx="689355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spcBef>
                <a:spcPts val="100"/>
              </a:spcBef>
              <a:tabLst>
                <a:tab pos="3660775" algn="l"/>
              </a:tabLst>
            </a:pP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SHARDA 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H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O O L  O F  E N G I N E E R I N</a:t>
            </a:r>
            <a:r>
              <a:rPr sz="14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G  &amp;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T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E C H N O L O G</a:t>
            </a:r>
            <a:r>
              <a:rPr sz="1400" spc="-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endParaRPr sz="1400">
              <a:latin typeface="Times New Roman"/>
              <a:cs typeface="Times New Roman"/>
            </a:endParaRPr>
          </a:p>
          <a:p>
            <a:pPr algn="ctr">
              <a:spcBef>
                <a:spcPts val="5"/>
              </a:spcBef>
              <a:tabLst>
                <a:tab pos="1688464" algn="l"/>
                <a:tab pos="2091689" algn="l"/>
                <a:tab pos="3492500" algn="l"/>
                <a:tab pos="5219700" algn="l"/>
              </a:tabLst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D E P</a:t>
            </a:r>
            <a:r>
              <a:rPr sz="1400" spc="-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A R T M E N</a:t>
            </a:r>
            <a:r>
              <a:rPr sz="1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T	O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F	C O M P U T</a:t>
            </a:r>
            <a:r>
              <a:rPr sz="14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1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R	S C I E N C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E   E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N G I N E E R I N</a:t>
            </a:r>
            <a:r>
              <a:rPr sz="14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0" y="0"/>
            <a:ext cx="12075886" cy="6857996"/>
            <a:chOff x="0" y="0"/>
            <a:chExt cx="9067800" cy="6857996"/>
          </a:xfrm>
        </p:grpSpPr>
        <p:sp>
          <p:nvSpPr>
            <p:cNvPr id="9" name="object 6"/>
            <p:cNvSpPr/>
            <p:nvPr/>
          </p:nvSpPr>
          <p:spPr>
            <a:xfrm>
              <a:off x="0" y="1412746"/>
              <a:ext cx="838200" cy="5445250"/>
            </a:xfrm>
            <a:prstGeom prst="rect">
              <a:avLst/>
            </a:prstGeom>
            <a:solidFill>
              <a:srgbClr val="D545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Picture 9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76200" y="0"/>
              <a:ext cx="8991600" cy="1412746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F2B4DD17-8505-4DDD-4CBC-BBC64B9A2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870" y="1551811"/>
            <a:ext cx="7358143" cy="5167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377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4"/>
          <p:cNvSpPr txBox="1"/>
          <p:nvPr/>
        </p:nvSpPr>
        <p:spPr>
          <a:xfrm>
            <a:off x="2648509" y="139065"/>
            <a:ext cx="689355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spcBef>
                <a:spcPts val="100"/>
              </a:spcBef>
              <a:tabLst>
                <a:tab pos="3660775" algn="l"/>
              </a:tabLst>
            </a:pP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SHARDA 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H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O O L  O F  E N G I N E E R I N</a:t>
            </a:r>
            <a:r>
              <a:rPr sz="14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G  &amp;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T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E C H N O L O G</a:t>
            </a:r>
            <a:r>
              <a:rPr sz="1400" spc="-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endParaRPr sz="1400">
              <a:latin typeface="Times New Roman"/>
              <a:cs typeface="Times New Roman"/>
            </a:endParaRPr>
          </a:p>
          <a:p>
            <a:pPr algn="ctr">
              <a:spcBef>
                <a:spcPts val="5"/>
              </a:spcBef>
              <a:tabLst>
                <a:tab pos="1688464" algn="l"/>
                <a:tab pos="2091689" algn="l"/>
                <a:tab pos="3492500" algn="l"/>
                <a:tab pos="5219700" algn="l"/>
              </a:tabLst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D E P</a:t>
            </a:r>
            <a:r>
              <a:rPr sz="1400" spc="-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A R T M E N</a:t>
            </a:r>
            <a:r>
              <a:rPr sz="1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T	O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F	C O M P U T</a:t>
            </a:r>
            <a:r>
              <a:rPr sz="14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1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R	S C I E N C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E   E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N G I N E E R I N</a:t>
            </a:r>
            <a:r>
              <a:rPr sz="14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0" y="0"/>
            <a:ext cx="12075886" cy="6857996"/>
            <a:chOff x="0" y="0"/>
            <a:chExt cx="9067800" cy="6857996"/>
          </a:xfrm>
        </p:grpSpPr>
        <p:sp>
          <p:nvSpPr>
            <p:cNvPr id="9" name="object 6"/>
            <p:cNvSpPr/>
            <p:nvPr/>
          </p:nvSpPr>
          <p:spPr>
            <a:xfrm>
              <a:off x="0" y="1412746"/>
              <a:ext cx="838200" cy="5445250"/>
            </a:xfrm>
            <a:prstGeom prst="rect">
              <a:avLst/>
            </a:prstGeom>
            <a:solidFill>
              <a:srgbClr val="D545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Picture 9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76200" y="0"/>
              <a:ext cx="8991600" cy="1412746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C0927FA-F7BC-80FB-8AA5-9DA1794F4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2484" y="1412746"/>
            <a:ext cx="6700764" cy="504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543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4"/>
          <p:cNvSpPr txBox="1"/>
          <p:nvPr/>
        </p:nvSpPr>
        <p:spPr>
          <a:xfrm>
            <a:off x="2648509" y="139065"/>
            <a:ext cx="689355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spcBef>
                <a:spcPts val="100"/>
              </a:spcBef>
              <a:tabLst>
                <a:tab pos="3660775" algn="l"/>
              </a:tabLst>
            </a:pP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SHARDA 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H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O O L  O F  E N G I N E E R I N</a:t>
            </a:r>
            <a:r>
              <a:rPr sz="14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G  &amp;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T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E C H N O L O G</a:t>
            </a:r>
            <a:r>
              <a:rPr sz="1400" spc="-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endParaRPr sz="1400">
              <a:latin typeface="Times New Roman"/>
              <a:cs typeface="Times New Roman"/>
            </a:endParaRPr>
          </a:p>
          <a:p>
            <a:pPr algn="ctr">
              <a:spcBef>
                <a:spcPts val="5"/>
              </a:spcBef>
              <a:tabLst>
                <a:tab pos="1688464" algn="l"/>
                <a:tab pos="2091689" algn="l"/>
                <a:tab pos="3492500" algn="l"/>
                <a:tab pos="5219700" algn="l"/>
              </a:tabLst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D E P</a:t>
            </a:r>
            <a:r>
              <a:rPr sz="1400" spc="-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A R T M E N</a:t>
            </a:r>
            <a:r>
              <a:rPr sz="1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T	O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F	C O M P U T</a:t>
            </a:r>
            <a:r>
              <a:rPr sz="14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1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R	S C I E N C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E   E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N G I N E E R I N</a:t>
            </a:r>
            <a:r>
              <a:rPr sz="14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0" y="0"/>
            <a:ext cx="12075886" cy="6857996"/>
            <a:chOff x="0" y="0"/>
            <a:chExt cx="9067800" cy="6857996"/>
          </a:xfrm>
        </p:grpSpPr>
        <p:sp>
          <p:nvSpPr>
            <p:cNvPr id="9" name="object 6"/>
            <p:cNvSpPr/>
            <p:nvPr/>
          </p:nvSpPr>
          <p:spPr>
            <a:xfrm>
              <a:off x="0" y="1412746"/>
              <a:ext cx="838200" cy="5445250"/>
            </a:xfrm>
            <a:prstGeom prst="rect">
              <a:avLst/>
            </a:prstGeom>
            <a:solidFill>
              <a:srgbClr val="D545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Picture 9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76200" y="0"/>
              <a:ext cx="8991600" cy="1412746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CCBAEB2-AE30-A7AD-BE94-1F7926F77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678" y="1606888"/>
            <a:ext cx="8007632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860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4"/>
          <p:cNvSpPr txBox="1"/>
          <p:nvPr/>
        </p:nvSpPr>
        <p:spPr>
          <a:xfrm>
            <a:off x="2648509" y="139065"/>
            <a:ext cx="689355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spcBef>
                <a:spcPts val="100"/>
              </a:spcBef>
              <a:tabLst>
                <a:tab pos="3660775" algn="l"/>
              </a:tabLst>
            </a:pP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SHARDA 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H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O O L  O F  E N G I N E E R I N</a:t>
            </a:r>
            <a:r>
              <a:rPr sz="14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G  &amp;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T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E C H N O L O G</a:t>
            </a:r>
            <a:r>
              <a:rPr sz="1400" spc="-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endParaRPr sz="1400">
              <a:latin typeface="Times New Roman"/>
              <a:cs typeface="Times New Roman"/>
            </a:endParaRPr>
          </a:p>
          <a:p>
            <a:pPr algn="ctr">
              <a:spcBef>
                <a:spcPts val="5"/>
              </a:spcBef>
              <a:tabLst>
                <a:tab pos="1688464" algn="l"/>
                <a:tab pos="2091689" algn="l"/>
                <a:tab pos="3492500" algn="l"/>
                <a:tab pos="5219700" algn="l"/>
              </a:tabLst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D E P</a:t>
            </a:r>
            <a:r>
              <a:rPr sz="1400" spc="-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A R T M E N</a:t>
            </a:r>
            <a:r>
              <a:rPr sz="1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T	O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F	C O M P U T</a:t>
            </a:r>
            <a:r>
              <a:rPr sz="14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1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R	S C I E N C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E   E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N G I N E E R I N</a:t>
            </a:r>
            <a:r>
              <a:rPr sz="14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0" y="0"/>
            <a:ext cx="12075886" cy="6857996"/>
            <a:chOff x="0" y="0"/>
            <a:chExt cx="9067800" cy="6857996"/>
          </a:xfrm>
        </p:grpSpPr>
        <p:sp>
          <p:nvSpPr>
            <p:cNvPr id="9" name="object 6"/>
            <p:cNvSpPr/>
            <p:nvPr/>
          </p:nvSpPr>
          <p:spPr>
            <a:xfrm>
              <a:off x="0" y="1412746"/>
              <a:ext cx="838200" cy="5445250"/>
            </a:xfrm>
            <a:prstGeom prst="rect">
              <a:avLst/>
            </a:prstGeom>
            <a:solidFill>
              <a:srgbClr val="D545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Picture 9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76200" y="0"/>
              <a:ext cx="8991600" cy="1412746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4FAFFAB-DA0A-2FA0-CEF4-173CBC3AE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4556" y="1496655"/>
            <a:ext cx="8204006" cy="5095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006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4"/>
          <p:cNvSpPr txBox="1"/>
          <p:nvPr/>
        </p:nvSpPr>
        <p:spPr>
          <a:xfrm>
            <a:off x="2648509" y="139065"/>
            <a:ext cx="689355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spcBef>
                <a:spcPts val="100"/>
              </a:spcBef>
              <a:tabLst>
                <a:tab pos="3660775" algn="l"/>
              </a:tabLst>
            </a:pP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SHARDA 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H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O O L  O F  E N G I N E E R I N</a:t>
            </a:r>
            <a:r>
              <a:rPr sz="14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G  &amp;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T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E C H N O L O G</a:t>
            </a:r>
            <a:r>
              <a:rPr sz="1400" spc="-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endParaRPr sz="1400">
              <a:latin typeface="Times New Roman"/>
              <a:cs typeface="Times New Roman"/>
            </a:endParaRPr>
          </a:p>
          <a:p>
            <a:pPr algn="ctr">
              <a:spcBef>
                <a:spcPts val="5"/>
              </a:spcBef>
              <a:tabLst>
                <a:tab pos="1688464" algn="l"/>
                <a:tab pos="2091689" algn="l"/>
                <a:tab pos="3492500" algn="l"/>
                <a:tab pos="5219700" algn="l"/>
              </a:tabLst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D E P</a:t>
            </a:r>
            <a:r>
              <a:rPr sz="1400" spc="-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A R T M E N</a:t>
            </a:r>
            <a:r>
              <a:rPr sz="1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T	O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F	C O M P U T</a:t>
            </a:r>
            <a:r>
              <a:rPr sz="14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1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R	S C I E N C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E   E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N G I N E E R I N</a:t>
            </a:r>
            <a:r>
              <a:rPr sz="14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0" y="0"/>
            <a:ext cx="12075886" cy="6857996"/>
            <a:chOff x="0" y="0"/>
            <a:chExt cx="9067800" cy="6857996"/>
          </a:xfrm>
        </p:grpSpPr>
        <p:sp>
          <p:nvSpPr>
            <p:cNvPr id="9" name="object 6"/>
            <p:cNvSpPr/>
            <p:nvPr/>
          </p:nvSpPr>
          <p:spPr>
            <a:xfrm>
              <a:off x="0" y="1412746"/>
              <a:ext cx="838200" cy="5445250"/>
            </a:xfrm>
            <a:prstGeom prst="rect">
              <a:avLst/>
            </a:prstGeom>
            <a:solidFill>
              <a:srgbClr val="D545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Picture 9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76200" y="0"/>
              <a:ext cx="8991600" cy="1412746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5A5F963-E696-02EC-D6DA-58C5090C3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7205" y="1318935"/>
            <a:ext cx="7670728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544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4"/>
          <p:cNvSpPr txBox="1"/>
          <p:nvPr/>
        </p:nvSpPr>
        <p:spPr>
          <a:xfrm>
            <a:off x="2648509" y="139065"/>
            <a:ext cx="689355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spcBef>
                <a:spcPts val="100"/>
              </a:spcBef>
              <a:tabLst>
                <a:tab pos="3660775" algn="l"/>
              </a:tabLst>
            </a:pP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SHARDA 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H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O O L  O F  E N G I N E E R I N</a:t>
            </a:r>
            <a:r>
              <a:rPr sz="14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G  &amp;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T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E C H N O L O G</a:t>
            </a:r>
            <a:r>
              <a:rPr sz="1400" spc="-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endParaRPr sz="1400">
              <a:latin typeface="Times New Roman"/>
              <a:cs typeface="Times New Roman"/>
            </a:endParaRPr>
          </a:p>
          <a:p>
            <a:pPr algn="ctr">
              <a:spcBef>
                <a:spcPts val="5"/>
              </a:spcBef>
              <a:tabLst>
                <a:tab pos="1688464" algn="l"/>
                <a:tab pos="2091689" algn="l"/>
                <a:tab pos="3492500" algn="l"/>
                <a:tab pos="5219700" algn="l"/>
              </a:tabLst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D E P</a:t>
            </a:r>
            <a:r>
              <a:rPr sz="1400" spc="-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A R T M E N</a:t>
            </a:r>
            <a:r>
              <a:rPr sz="1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T	O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F	C O M P U T</a:t>
            </a:r>
            <a:r>
              <a:rPr sz="14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1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R	S C I E N C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E   E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N G I N E E R I N</a:t>
            </a:r>
            <a:r>
              <a:rPr sz="14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0" y="0"/>
            <a:ext cx="12075886" cy="6857996"/>
            <a:chOff x="0" y="0"/>
            <a:chExt cx="9067800" cy="6857996"/>
          </a:xfrm>
        </p:grpSpPr>
        <p:sp>
          <p:nvSpPr>
            <p:cNvPr id="9" name="object 6"/>
            <p:cNvSpPr/>
            <p:nvPr/>
          </p:nvSpPr>
          <p:spPr>
            <a:xfrm>
              <a:off x="0" y="1412746"/>
              <a:ext cx="838200" cy="5445250"/>
            </a:xfrm>
            <a:prstGeom prst="rect">
              <a:avLst/>
            </a:prstGeom>
            <a:solidFill>
              <a:srgbClr val="D545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Picture 9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76200" y="0"/>
              <a:ext cx="8991600" cy="1412746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77C48EB-BDE8-B1F5-7715-7C6838B85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730" y="1370057"/>
            <a:ext cx="8040241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881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4"/>
          <p:cNvSpPr txBox="1"/>
          <p:nvPr/>
        </p:nvSpPr>
        <p:spPr>
          <a:xfrm>
            <a:off x="2648509" y="139065"/>
            <a:ext cx="689355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spcBef>
                <a:spcPts val="100"/>
              </a:spcBef>
              <a:tabLst>
                <a:tab pos="3660775" algn="l"/>
              </a:tabLst>
            </a:pP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SHARDA 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H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O O L  O F  E N G I N E E R I N</a:t>
            </a:r>
            <a:r>
              <a:rPr sz="14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G  &amp;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T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E C H N O L O G</a:t>
            </a:r>
            <a:r>
              <a:rPr sz="1400" spc="-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endParaRPr sz="1400">
              <a:latin typeface="Times New Roman"/>
              <a:cs typeface="Times New Roman"/>
            </a:endParaRPr>
          </a:p>
          <a:p>
            <a:pPr algn="ctr">
              <a:spcBef>
                <a:spcPts val="5"/>
              </a:spcBef>
              <a:tabLst>
                <a:tab pos="1688464" algn="l"/>
                <a:tab pos="2091689" algn="l"/>
                <a:tab pos="3492500" algn="l"/>
                <a:tab pos="5219700" algn="l"/>
              </a:tabLst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D E P</a:t>
            </a:r>
            <a:r>
              <a:rPr sz="1400" spc="-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A R T M E N</a:t>
            </a:r>
            <a:r>
              <a:rPr sz="1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T	O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F	C O M P U T</a:t>
            </a:r>
            <a:r>
              <a:rPr sz="14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1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R	S C I E N C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E   E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N G I N E E R I N</a:t>
            </a:r>
            <a:r>
              <a:rPr sz="14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0" y="0"/>
            <a:ext cx="12075886" cy="6857996"/>
            <a:chOff x="0" y="0"/>
            <a:chExt cx="9067800" cy="6857996"/>
          </a:xfrm>
        </p:grpSpPr>
        <p:sp>
          <p:nvSpPr>
            <p:cNvPr id="9" name="object 6"/>
            <p:cNvSpPr/>
            <p:nvPr/>
          </p:nvSpPr>
          <p:spPr>
            <a:xfrm>
              <a:off x="0" y="1412746"/>
              <a:ext cx="838200" cy="5445250"/>
            </a:xfrm>
            <a:prstGeom prst="rect">
              <a:avLst/>
            </a:prstGeom>
            <a:solidFill>
              <a:srgbClr val="D545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Picture 9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76200" y="0"/>
              <a:ext cx="8991600" cy="1412746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31B38B39-8A9D-7D40-4A6B-DE7F4CCF8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9508" y="1650684"/>
            <a:ext cx="6367952" cy="2198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028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4"/>
          <p:cNvSpPr txBox="1"/>
          <p:nvPr/>
        </p:nvSpPr>
        <p:spPr>
          <a:xfrm>
            <a:off x="2648509" y="139065"/>
            <a:ext cx="689355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spcBef>
                <a:spcPts val="100"/>
              </a:spcBef>
              <a:tabLst>
                <a:tab pos="3660775" algn="l"/>
              </a:tabLst>
            </a:pP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SHARDA 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H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O O L  O F  E N G I N E E R I N</a:t>
            </a:r>
            <a:r>
              <a:rPr sz="14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G  &amp;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T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E C H N O L O G</a:t>
            </a:r>
            <a:r>
              <a:rPr sz="1400" spc="-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endParaRPr sz="1400">
              <a:latin typeface="Times New Roman"/>
              <a:cs typeface="Times New Roman"/>
            </a:endParaRPr>
          </a:p>
          <a:p>
            <a:pPr algn="ctr">
              <a:spcBef>
                <a:spcPts val="5"/>
              </a:spcBef>
              <a:tabLst>
                <a:tab pos="1688464" algn="l"/>
                <a:tab pos="2091689" algn="l"/>
                <a:tab pos="3492500" algn="l"/>
                <a:tab pos="5219700" algn="l"/>
              </a:tabLst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D E P</a:t>
            </a:r>
            <a:r>
              <a:rPr sz="1400" spc="-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A R T M E N</a:t>
            </a:r>
            <a:r>
              <a:rPr sz="1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T	O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F	C O M P U T</a:t>
            </a:r>
            <a:r>
              <a:rPr sz="14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1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R	S C I E N C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E   E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N G I N E E R I N</a:t>
            </a:r>
            <a:r>
              <a:rPr sz="14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0" y="0"/>
            <a:ext cx="12075886" cy="6857996"/>
            <a:chOff x="0" y="0"/>
            <a:chExt cx="9067800" cy="6857996"/>
          </a:xfrm>
        </p:grpSpPr>
        <p:sp>
          <p:nvSpPr>
            <p:cNvPr id="9" name="object 6"/>
            <p:cNvSpPr/>
            <p:nvPr/>
          </p:nvSpPr>
          <p:spPr>
            <a:xfrm>
              <a:off x="0" y="1412746"/>
              <a:ext cx="838200" cy="5445250"/>
            </a:xfrm>
            <a:prstGeom prst="rect">
              <a:avLst/>
            </a:prstGeom>
            <a:solidFill>
              <a:srgbClr val="D545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Picture 9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76200" y="0"/>
              <a:ext cx="8991600" cy="1412746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276EB62-2F8B-AD8A-DA5F-57D653F8D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176" y="1467794"/>
            <a:ext cx="8349554" cy="52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504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4"/>
          <p:cNvSpPr txBox="1"/>
          <p:nvPr/>
        </p:nvSpPr>
        <p:spPr>
          <a:xfrm>
            <a:off x="2648509" y="139065"/>
            <a:ext cx="689355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spcBef>
                <a:spcPts val="100"/>
              </a:spcBef>
              <a:tabLst>
                <a:tab pos="3660775" algn="l"/>
              </a:tabLst>
            </a:pP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SHARDA 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H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O O L  O F  E N G I N E E R I N</a:t>
            </a:r>
            <a:r>
              <a:rPr sz="14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G  &amp;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T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E C H N O L O G</a:t>
            </a:r>
            <a:r>
              <a:rPr sz="1400" spc="-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endParaRPr sz="1400">
              <a:latin typeface="Times New Roman"/>
              <a:cs typeface="Times New Roman"/>
            </a:endParaRPr>
          </a:p>
          <a:p>
            <a:pPr algn="ctr">
              <a:spcBef>
                <a:spcPts val="5"/>
              </a:spcBef>
              <a:tabLst>
                <a:tab pos="1688464" algn="l"/>
                <a:tab pos="2091689" algn="l"/>
                <a:tab pos="3492500" algn="l"/>
                <a:tab pos="5219700" algn="l"/>
              </a:tabLst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D E P</a:t>
            </a:r>
            <a:r>
              <a:rPr sz="1400" spc="-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A R T M E N</a:t>
            </a:r>
            <a:r>
              <a:rPr sz="1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T	O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F	C O M P U T</a:t>
            </a:r>
            <a:r>
              <a:rPr sz="14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1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R	S C I E N C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E   E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N G I N E E R I N</a:t>
            </a:r>
            <a:r>
              <a:rPr sz="14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0" y="0"/>
            <a:ext cx="12075886" cy="6857996"/>
            <a:chOff x="0" y="0"/>
            <a:chExt cx="9067800" cy="6857996"/>
          </a:xfrm>
        </p:grpSpPr>
        <p:sp>
          <p:nvSpPr>
            <p:cNvPr id="9" name="object 6"/>
            <p:cNvSpPr/>
            <p:nvPr/>
          </p:nvSpPr>
          <p:spPr>
            <a:xfrm>
              <a:off x="0" y="1412746"/>
              <a:ext cx="838200" cy="5445250"/>
            </a:xfrm>
            <a:prstGeom prst="rect">
              <a:avLst/>
            </a:prstGeom>
            <a:solidFill>
              <a:srgbClr val="D545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Picture 9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76200" y="0"/>
              <a:ext cx="8991600" cy="1412746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52D8CBD5-1659-E74E-C4DE-956F8ED5A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7858" y="1551811"/>
            <a:ext cx="7492732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256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4"/>
          <p:cNvSpPr txBox="1"/>
          <p:nvPr/>
        </p:nvSpPr>
        <p:spPr>
          <a:xfrm>
            <a:off x="2648509" y="139065"/>
            <a:ext cx="689355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spcBef>
                <a:spcPts val="100"/>
              </a:spcBef>
              <a:tabLst>
                <a:tab pos="3660775" algn="l"/>
              </a:tabLst>
            </a:pP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SHARDA 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H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O O L  O F  E N G I N E E R I N</a:t>
            </a:r>
            <a:r>
              <a:rPr sz="14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G  &amp;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T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E C H N O L O G</a:t>
            </a:r>
            <a:r>
              <a:rPr sz="1400" spc="-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endParaRPr sz="1400">
              <a:latin typeface="Times New Roman"/>
              <a:cs typeface="Times New Roman"/>
            </a:endParaRPr>
          </a:p>
          <a:p>
            <a:pPr algn="ctr">
              <a:spcBef>
                <a:spcPts val="5"/>
              </a:spcBef>
              <a:tabLst>
                <a:tab pos="1688464" algn="l"/>
                <a:tab pos="2091689" algn="l"/>
                <a:tab pos="3492500" algn="l"/>
                <a:tab pos="5219700" algn="l"/>
              </a:tabLst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D E P</a:t>
            </a:r>
            <a:r>
              <a:rPr sz="1400" spc="-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A R T M E N</a:t>
            </a:r>
            <a:r>
              <a:rPr sz="1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T	O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F	C O M P U T</a:t>
            </a:r>
            <a:r>
              <a:rPr sz="14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1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R	S C I E N C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E   E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N G I N E E R I N</a:t>
            </a:r>
            <a:r>
              <a:rPr sz="14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0" y="0"/>
            <a:ext cx="12075886" cy="6857996"/>
            <a:chOff x="0" y="0"/>
            <a:chExt cx="9067800" cy="6857996"/>
          </a:xfrm>
        </p:grpSpPr>
        <p:sp>
          <p:nvSpPr>
            <p:cNvPr id="9" name="object 6"/>
            <p:cNvSpPr/>
            <p:nvPr/>
          </p:nvSpPr>
          <p:spPr>
            <a:xfrm>
              <a:off x="0" y="1412746"/>
              <a:ext cx="838200" cy="5445250"/>
            </a:xfrm>
            <a:prstGeom prst="rect">
              <a:avLst/>
            </a:prstGeom>
            <a:solidFill>
              <a:srgbClr val="D545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Picture 9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76200" y="0"/>
              <a:ext cx="8991600" cy="1412746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DAB34EB-1D91-BF58-0D0F-88A42BC48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8508" y="1412746"/>
            <a:ext cx="7867091" cy="5306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013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4"/>
          <p:cNvSpPr txBox="1"/>
          <p:nvPr/>
        </p:nvSpPr>
        <p:spPr>
          <a:xfrm>
            <a:off x="2648509" y="139065"/>
            <a:ext cx="689355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spcBef>
                <a:spcPts val="100"/>
              </a:spcBef>
              <a:tabLst>
                <a:tab pos="3660775" algn="l"/>
              </a:tabLst>
            </a:pP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SHARDA 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H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O O L  O F  E N G I N E E R I N</a:t>
            </a:r>
            <a:r>
              <a:rPr sz="14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G  &amp;</a:t>
            </a:r>
            <a:r>
              <a:rPr lang="en-US" sz="1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T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E C H N O L O G</a:t>
            </a:r>
            <a:r>
              <a:rPr sz="1400" spc="-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endParaRPr sz="1400">
              <a:latin typeface="Times New Roman"/>
              <a:cs typeface="Times New Roman"/>
            </a:endParaRPr>
          </a:p>
          <a:p>
            <a:pPr algn="ctr">
              <a:spcBef>
                <a:spcPts val="5"/>
              </a:spcBef>
              <a:tabLst>
                <a:tab pos="1688464" algn="l"/>
                <a:tab pos="2091689" algn="l"/>
                <a:tab pos="3492500" algn="l"/>
                <a:tab pos="5219700" algn="l"/>
              </a:tabLst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D E P</a:t>
            </a:r>
            <a:r>
              <a:rPr sz="1400" spc="-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A R T M E N</a:t>
            </a:r>
            <a:r>
              <a:rPr sz="1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T	O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F	C O M P U T</a:t>
            </a:r>
            <a:r>
              <a:rPr sz="14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1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R	S C I E N C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E   E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N G I N E E R I N</a:t>
            </a:r>
            <a:r>
              <a:rPr sz="14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0" y="0"/>
            <a:ext cx="12075886" cy="6857996"/>
            <a:chOff x="0" y="0"/>
            <a:chExt cx="9067800" cy="6857996"/>
          </a:xfrm>
        </p:grpSpPr>
        <p:sp>
          <p:nvSpPr>
            <p:cNvPr id="9" name="object 6"/>
            <p:cNvSpPr/>
            <p:nvPr/>
          </p:nvSpPr>
          <p:spPr>
            <a:xfrm>
              <a:off x="0" y="1412746"/>
              <a:ext cx="838200" cy="5445250"/>
            </a:xfrm>
            <a:prstGeom prst="rect">
              <a:avLst/>
            </a:prstGeom>
            <a:solidFill>
              <a:srgbClr val="D545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Picture 9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76200" y="0"/>
              <a:ext cx="8991600" cy="1412746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B25844E6-D14E-C443-645B-037606C63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838" y="1789246"/>
            <a:ext cx="7681692" cy="2357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227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1534</TotalTime>
  <Words>1029</Words>
  <Application>Microsoft Office PowerPoint</Application>
  <PresentationFormat>Widescreen</PresentationFormat>
  <Paragraphs>32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Gagandeep Kaur</dc:creator>
  <cp:lastModifiedBy>PRINCY DIWAN</cp:lastModifiedBy>
  <cp:revision>39</cp:revision>
  <dcterms:created xsi:type="dcterms:W3CDTF">2024-01-04T15:46:45Z</dcterms:created>
  <dcterms:modified xsi:type="dcterms:W3CDTF">2025-07-21T03:41:03Z</dcterms:modified>
</cp:coreProperties>
</file>